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3" r:id="rId3"/>
    <p:sldMasterId id="2147483697" r:id="rId4"/>
    <p:sldMasterId id="2147483728" r:id="rId5"/>
  </p:sldMasterIdLst>
  <p:notesMasterIdLst>
    <p:notesMasterId r:id="rId21"/>
  </p:notesMasterIdLst>
  <p:sldIdLst>
    <p:sldId id="740" r:id="rId6"/>
    <p:sldId id="739" r:id="rId7"/>
    <p:sldId id="736" r:id="rId8"/>
    <p:sldId id="696" r:id="rId9"/>
    <p:sldId id="678" r:id="rId10"/>
    <p:sldId id="737" r:id="rId11"/>
    <p:sldId id="279" r:id="rId12"/>
    <p:sldId id="733" r:id="rId13"/>
    <p:sldId id="732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6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0A326-8E2C-4CE2-82FD-B7337ABF974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13CBE-6B6A-45CC-A158-5B6A905E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6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EC43-979E-4A43-A7F3-146EBB13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54B89-7BDC-93DA-F6E9-0DF472312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9F1D2-2129-3CA9-157C-CAD07CCF1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A443-CFE8-64E0-DCAC-3962AED47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76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0CF39-4721-2B58-659C-902F3D19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1AE3C6-8E5D-0C36-409B-16846D848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ECB97-91F3-641C-088C-517593740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10BF3-92B9-956B-5430-A89C756FC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046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F211-DD83-D017-D376-D98F6833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D7552-5535-1FAA-228B-E4C805560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B3DFA-994F-62CA-5867-9837FC01D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0A25A-BB9D-CE01-479C-6411F7B0F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499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86DD-E6EA-45B4-24EF-578D53FF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29E19-7CAF-8776-BF85-D6052892B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94FB0-2E7E-7978-EAEC-1DE284B2F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6548-88B2-F4ED-1CFB-DCB88BA5A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455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8708-EB96-D959-8B57-5699A6BE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3DBA6-E6C4-0E52-ED77-89C5F56BD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93BF9-2A20-7C6E-6B81-FC1B4D357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3088-AF5D-BD9E-102E-23D0CC187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6446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3DCE-C6D2-24E8-F810-48140330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72061-5034-F30A-24DD-E8AB0D82C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59EE2-E325-3F8E-6309-E3FF7D35A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BD33C-A2F8-662D-A177-8D2257376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010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986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91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0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B67A-D7D5-4290-95A2-DAEEF6378A1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86F11-6422-4FFE-BD6B-51502295681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0A9A04-A40D-C6B2-72BF-834C02F8C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2"/>
            <a:ext cx="914400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46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519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411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491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146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046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2"/>
            <a:ext cx="9144002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1821181"/>
            <a:ext cx="9143996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4500" kern="1200" cap="all" spc="225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72415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46EC-1DC7-4B58-9266-3A774DFC7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FD05B-D8AC-4FD3-9FB1-A07219447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A75C0-7203-438F-AF7D-0D735B18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7D55-0B58-481D-9E23-63B32BF2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6AF6-210A-4558-90FD-E80272E0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92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8B39-A341-4FC5-A1B3-94414635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DB1F7-2020-4C6D-AF97-20C40246F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46FA7-2E54-49BB-B177-74B1AF5A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8529-8BA3-437B-9D85-D20CA594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66056-7D1A-47A3-9A4A-F0C65898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96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6328-0ECB-4304-B30B-29C4A48D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95576-79D5-48D6-B3D0-26829F68E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AD171-51C5-4313-B7A4-5365053E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4796-056C-470F-93EA-3D06F8E8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7D20D-C43D-4D23-A41D-67F16E09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63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985D-147A-48C2-A76F-A5EEBB9B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37821-2C1E-4EE4-AFEB-8F8D40163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1C812-7253-431B-A8B4-2C289A2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04150-8D50-4F9F-965D-549CC5DE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FEB5D-19D9-4A71-BF94-BF14F06F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36171-8613-435B-B165-62471E92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11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77633-A66F-48FE-90CC-B5FD930F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D13C2-8848-4217-B120-88C513D0E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E3446-FFCD-400B-9F6C-704DD0057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E3081-B4F9-41DF-AC81-184F42376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B5595-F051-423D-82CC-A287A111F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A3967-2ABA-4011-82D7-C4012B40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30299-FD9B-4BD1-83D0-A736A974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17069-D0BB-4FF4-B7ED-BC77F655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7182-E030-4C4D-9C53-C0C0F943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5EFF7-395C-4049-949A-CE12102F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B5B32-2193-466C-B405-466A7AE1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BA824-C9FF-4AA9-8624-B271CD9F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19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3073C-DD9F-4659-B317-3937914F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3B7F1-563A-49E4-8BC1-4A834EBE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17D07-225C-44AA-8074-BB2739B4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4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349E-2E8F-49B5-90BF-4A0B79CA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F7B17-DDD7-4D07-A066-F70CEC262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71942-52FF-4467-9A9A-AF5627CF8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3CABA-2971-40B9-ADD3-BEC4E183D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D28E1-7743-4532-948E-7BEC7145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E2C44-D42E-49C1-A6A5-E618FCCF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97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FDD3-81FA-4AB2-B294-00167A6F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2604E-D158-4212-BF25-D7C9193FC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650B3-9FE0-4175-A5E1-DF022C39A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9E09D-135D-4DB5-A2ED-EFB1A4B6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20BAD-001D-49B2-A0B5-3C226206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00DFB-30D4-45D4-B2E7-64DA8B8F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1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503B-AA51-429F-BED3-30CECDB9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A42C1-B446-4E89-BBA9-CACAB5CE4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39D9C-E1B8-4771-9A46-ABF6BE7F2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7748D-65E0-4631-ACD6-FF8E1FFFC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BCD1E-2C42-4E5A-BBFC-CD13EEE7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02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00809-5023-49EE-91B2-FF0BE5B15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7FC83-66D7-4270-98F6-68C50C5F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A6DB-ED9E-4C73-BBAB-572B861A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18396-F79C-4F23-B85D-73873C785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65673-E5C7-432B-B140-3913C44F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46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0710" y="3043730"/>
            <a:ext cx="4104647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3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60723" y="5357596"/>
            <a:ext cx="4111277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241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16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43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59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7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005" y="2870637"/>
            <a:ext cx="4449167" cy="711081"/>
          </a:xfrm>
        </p:spPr>
        <p:txBody>
          <a:bodyPr>
            <a:normAutofit/>
          </a:bodyPr>
          <a:lstStyle>
            <a:lvl1pPr algn="ctr">
              <a:defRPr sz="2699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573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4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1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3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9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5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52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4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2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005" y="2870635"/>
            <a:ext cx="4449167" cy="711081"/>
          </a:xfrm>
        </p:spPr>
        <p:txBody>
          <a:bodyPr>
            <a:normAutofit/>
          </a:bodyPr>
          <a:lstStyle>
            <a:lvl1pPr algn="ctr">
              <a:defRPr sz="27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5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329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A53ED-DD21-47F6-88AB-3033DC123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76025-748F-459C-9C55-337C9C8E4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25466-5C5A-445D-B0F2-4008C5E87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58B85-956F-4DF2-80FC-62E31397810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329E1-01F4-4BFA-B667-F0866D737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C8DD6-9E55-4153-B02F-04950D7E5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F1B13-8BF9-4A72-A9D9-D3EE06B8D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1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1"/>
            <a:ext cx="8229601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38426"/>
            <a:ext cx="8229601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3"/>
            <a:ext cx="2895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3"/>
            <a:ext cx="2133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3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  <p:txStyles>
    <p:titleStyle>
      <a:lvl1pPr algn="l" defTabSz="914240" rtl="0" eaLnBrk="1" latinLnBrk="0" hangingPunct="1">
        <a:spcBef>
          <a:spcPct val="0"/>
        </a:spcBef>
        <a:buNone/>
        <a:defRPr sz="27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240" rtl="0" eaLnBrk="1" latinLnBrk="0" hangingPunct="1">
        <a:spcBef>
          <a:spcPct val="20000"/>
        </a:spcBef>
        <a:buFontTx/>
        <a:buNone/>
        <a:defRPr sz="135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121" indent="0" algn="l" defTabSz="914240" rtl="0" eaLnBrk="1" latinLnBrk="0" hangingPunct="1">
        <a:spcBef>
          <a:spcPct val="20000"/>
        </a:spcBef>
        <a:buFontTx/>
        <a:buNone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240" indent="0" algn="l" defTabSz="914240" rtl="0" eaLnBrk="1" latinLnBrk="0" hangingPunct="1">
        <a:spcBef>
          <a:spcPct val="20000"/>
        </a:spcBef>
        <a:buFontTx/>
        <a:buNone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360" indent="0" algn="l" defTabSz="914240" rtl="0" eaLnBrk="1" latinLnBrk="0" hangingPunct="1">
        <a:spcBef>
          <a:spcPct val="20000"/>
        </a:spcBef>
        <a:buFontTx/>
        <a:buNone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480" indent="0" algn="l" defTabSz="914240" rtl="0" eaLnBrk="1" latinLnBrk="0" hangingPunct="1">
        <a:spcBef>
          <a:spcPct val="20000"/>
        </a:spcBef>
        <a:buFontTx/>
        <a:buNone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160" indent="-228560" algn="l" defTabSz="914240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280" indent="-228560" algn="l" defTabSz="914240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400" indent="-228560" algn="l" defTabSz="914240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5520" indent="-228560" algn="l" defTabSz="914240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6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8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0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2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4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0" algn="l" defTabSz="9142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95">
              <a:schemeClr val="bg1">
                <a:lumMod val="95000"/>
              </a:schemeClr>
            </a:gs>
            <a:gs pos="55000">
              <a:schemeClr val="tx1">
                <a:lumMod val="20000"/>
                <a:lumOff val="80000"/>
              </a:schemeClr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01686-6DD7-4950-B902-68D2D629042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F81AD-0A25-4B1A-B740-3C7984BD2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3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89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5B04C-006F-B894-32B8-351787A28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48FD0BB-691B-40CE-EAFA-6D5F1E920D39}"/>
              </a:ext>
            </a:extLst>
          </p:cNvPr>
          <p:cNvSpPr/>
          <p:nvPr/>
        </p:nvSpPr>
        <p:spPr>
          <a:xfrm flipV="1">
            <a:off x="0" y="2080727"/>
            <a:ext cx="9144000" cy="4926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D8F854-A7F0-45FD-F18E-620CDB765CDB}"/>
              </a:ext>
            </a:extLst>
          </p:cNvPr>
          <p:cNvSpPr txBox="1"/>
          <p:nvPr/>
        </p:nvSpPr>
        <p:spPr>
          <a:xfrm>
            <a:off x="1995225" y="887745"/>
            <a:ext cx="5153549" cy="88431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ARDU-8051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9E5B3-8D47-CFA5-C02F-19532ABF3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211" y="2183364"/>
            <a:ext cx="5149061" cy="433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00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89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19030-5863-184C-3E18-4670A91C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70CAA1A-5D40-88E9-616D-48A91CDF3E63}"/>
              </a:ext>
            </a:extLst>
          </p:cNvPr>
          <p:cNvSpPr/>
          <p:nvPr/>
        </p:nvSpPr>
        <p:spPr>
          <a:xfrm flipV="1">
            <a:off x="0" y="2941055"/>
            <a:ext cx="9144000" cy="3982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BCAEBBF8-92FB-9D42-1555-6EC24116E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601" y="225575"/>
            <a:ext cx="3391035" cy="2401592"/>
          </a:xfrm>
          <a:prstGeom prst="rect">
            <a:avLst/>
          </a:prstGeom>
        </p:spPr>
      </p:pic>
      <p:grpSp>
        <p:nvGrpSpPr>
          <p:cNvPr id="4" name="Graphic 2">
            <a:extLst>
              <a:ext uri="{FF2B5EF4-FFF2-40B4-BE49-F238E27FC236}">
                <a16:creationId xmlns:a16="http://schemas.microsoft.com/office/drawing/2014/main" id="{C4D9C1CC-A44D-63E1-4880-3D720492169B}"/>
              </a:ext>
            </a:extLst>
          </p:cNvPr>
          <p:cNvGrpSpPr/>
          <p:nvPr/>
        </p:nvGrpSpPr>
        <p:grpSpPr>
          <a:xfrm rot="19990465">
            <a:off x="3228758" y="1555617"/>
            <a:ext cx="5266790" cy="3033653"/>
            <a:chOff x="2241042" y="2022348"/>
            <a:chExt cx="7703820" cy="3589020"/>
          </a:xfrm>
          <a:solidFill>
            <a:schemeClr val="accent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FC12325-9D55-918C-96D9-4E1BAC7C8F5F}"/>
                </a:ext>
              </a:extLst>
            </p:cNvPr>
            <p:cNvSpPr/>
            <p:nvPr/>
          </p:nvSpPr>
          <p:spPr>
            <a:xfrm>
              <a:off x="2241042" y="2023110"/>
              <a:ext cx="1950720" cy="1905000"/>
            </a:xfrm>
            <a:custGeom>
              <a:avLst/>
              <a:gdLst>
                <a:gd name="connsiteX0" fmla="*/ 0 w 1950720"/>
                <a:gd name="connsiteY0" fmla="*/ 1911096 h 1905000"/>
                <a:gd name="connsiteX1" fmla="*/ 0 w 1950720"/>
                <a:gd name="connsiteY1" fmla="*/ 1796796 h 1905000"/>
                <a:gd name="connsiteX2" fmla="*/ 137922 w 1950720"/>
                <a:gd name="connsiteY2" fmla="*/ 1110996 h 1905000"/>
                <a:gd name="connsiteX3" fmla="*/ 521970 w 1950720"/>
                <a:gd name="connsiteY3" fmla="*/ 537972 h 1905000"/>
                <a:gd name="connsiteX4" fmla="*/ 1842516 w 1950720"/>
                <a:gd name="connsiteY4" fmla="*/ 0 h 1905000"/>
                <a:gd name="connsiteX5" fmla="*/ 1956816 w 1950720"/>
                <a:gd name="connsiteY5" fmla="*/ 0 h 1905000"/>
                <a:gd name="connsiteX6" fmla="*/ 1956816 w 1950720"/>
                <a:gd name="connsiteY6" fmla="*/ 912114 h 1905000"/>
                <a:gd name="connsiteX7" fmla="*/ 1840992 w 1950720"/>
                <a:gd name="connsiteY7" fmla="*/ 910590 h 1905000"/>
                <a:gd name="connsiteX8" fmla="*/ 1835658 w 1950720"/>
                <a:gd name="connsiteY8" fmla="*/ 910590 h 1905000"/>
                <a:gd name="connsiteX9" fmla="*/ 1831086 w 1950720"/>
                <a:gd name="connsiteY9" fmla="*/ 910590 h 1905000"/>
                <a:gd name="connsiteX10" fmla="*/ 1199388 w 1950720"/>
                <a:gd name="connsiteY10" fmla="*/ 1175766 h 1905000"/>
                <a:gd name="connsiteX11" fmla="*/ 944880 w 1950720"/>
                <a:gd name="connsiteY11" fmla="*/ 1796796 h 1905000"/>
                <a:gd name="connsiteX12" fmla="*/ 944880 w 1950720"/>
                <a:gd name="connsiteY12" fmla="*/ 1911096 h 1905000"/>
                <a:gd name="connsiteX13" fmla="*/ 830580 w 1950720"/>
                <a:gd name="connsiteY13" fmla="*/ 1911096 h 1905000"/>
                <a:gd name="connsiteX14" fmla="*/ 0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0" y="1911096"/>
                  </a:moveTo>
                  <a:lnTo>
                    <a:pt x="0" y="1796796"/>
                  </a:lnTo>
                  <a:cubicBezTo>
                    <a:pt x="0" y="1559814"/>
                    <a:pt x="46482" y="1328928"/>
                    <a:pt x="137922" y="1110996"/>
                  </a:cubicBezTo>
                  <a:cubicBezTo>
                    <a:pt x="227838" y="896112"/>
                    <a:pt x="357378" y="704088"/>
                    <a:pt x="521970" y="537972"/>
                  </a:cubicBezTo>
                  <a:cubicBezTo>
                    <a:pt x="867156" y="191262"/>
                    <a:pt x="1336548" y="0"/>
                    <a:pt x="1842516" y="0"/>
                  </a:cubicBezTo>
                  <a:lnTo>
                    <a:pt x="1956816" y="0"/>
                  </a:lnTo>
                  <a:lnTo>
                    <a:pt x="1956816" y="912114"/>
                  </a:lnTo>
                  <a:lnTo>
                    <a:pt x="1840992" y="910590"/>
                  </a:lnTo>
                  <a:lnTo>
                    <a:pt x="1835658" y="910590"/>
                  </a:lnTo>
                  <a:cubicBezTo>
                    <a:pt x="1834134" y="910590"/>
                    <a:pt x="1832610" y="910590"/>
                    <a:pt x="1831086" y="910590"/>
                  </a:cubicBezTo>
                  <a:cubicBezTo>
                    <a:pt x="1591056" y="910590"/>
                    <a:pt x="1367028" y="1005078"/>
                    <a:pt x="1199388" y="1175766"/>
                  </a:cubicBezTo>
                  <a:cubicBezTo>
                    <a:pt x="1035558" y="1344168"/>
                    <a:pt x="944880" y="1564386"/>
                    <a:pt x="944880" y="1796796"/>
                  </a:cubicBezTo>
                  <a:lnTo>
                    <a:pt x="944880" y="1911096"/>
                  </a:lnTo>
                  <a:lnTo>
                    <a:pt x="830580" y="1911096"/>
                  </a:lnTo>
                  <a:lnTo>
                    <a:pt x="0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6B53EED-814F-94E3-CCF6-F300D8206BE9}"/>
                </a:ext>
              </a:extLst>
            </p:cNvPr>
            <p:cNvSpPr/>
            <p:nvPr/>
          </p:nvSpPr>
          <p:spPr>
            <a:xfrm>
              <a:off x="2355342" y="2136648"/>
              <a:ext cx="1722120" cy="1676400"/>
            </a:xfrm>
            <a:custGeom>
              <a:avLst/>
              <a:gdLst>
                <a:gd name="connsiteX0" fmla="*/ 716280 w 1722120"/>
                <a:gd name="connsiteY0" fmla="*/ 1682496 h 1676400"/>
                <a:gd name="connsiteX1" fmla="*/ 1716786 w 1722120"/>
                <a:gd name="connsiteY1" fmla="*/ 681990 h 1676400"/>
                <a:gd name="connsiteX2" fmla="*/ 1728216 w 1722120"/>
                <a:gd name="connsiteY2" fmla="*/ 681990 h 1676400"/>
                <a:gd name="connsiteX3" fmla="*/ 1728216 w 1722120"/>
                <a:gd name="connsiteY3" fmla="*/ 0 h 1676400"/>
                <a:gd name="connsiteX4" fmla="*/ 0 w 1722120"/>
                <a:gd name="connsiteY4" fmla="*/ 1682496 h 1676400"/>
                <a:gd name="connsiteX5" fmla="*/ 0 w 1722120"/>
                <a:gd name="connsiteY5" fmla="*/ 1682496 h 1676400"/>
                <a:gd name="connsiteX6" fmla="*/ 716280 w 1722120"/>
                <a:gd name="connsiteY6" fmla="*/ 1682496 h 1676400"/>
                <a:gd name="connsiteX7" fmla="*/ 716280 w 1722120"/>
                <a:gd name="connsiteY7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716280" y="1682496"/>
                  </a:moveTo>
                  <a:cubicBezTo>
                    <a:pt x="716280" y="1148334"/>
                    <a:pt x="1148334" y="681990"/>
                    <a:pt x="1716786" y="681990"/>
                  </a:cubicBezTo>
                  <a:cubicBezTo>
                    <a:pt x="1720596" y="681990"/>
                    <a:pt x="1724406" y="681990"/>
                    <a:pt x="1728216" y="681990"/>
                  </a:cubicBezTo>
                  <a:lnTo>
                    <a:pt x="1728216" y="0"/>
                  </a:lnTo>
                  <a:cubicBezTo>
                    <a:pt x="727710" y="0"/>
                    <a:pt x="0" y="784098"/>
                    <a:pt x="0" y="1682496"/>
                  </a:cubicBezTo>
                  <a:cubicBezTo>
                    <a:pt x="0" y="1682496"/>
                    <a:pt x="0" y="1682496"/>
                    <a:pt x="0" y="1682496"/>
                  </a:cubicBezTo>
                  <a:lnTo>
                    <a:pt x="716280" y="1682496"/>
                  </a:lnTo>
                  <a:cubicBezTo>
                    <a:pt x="716280" y="1682496"/>
                    <a:pt x="716280" y="1682496"/>
                    <a:pt x="716280" y="1682496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B0FB2C1-5271-251B-ED55-6364FB6FD1E8}"/>
                </a:ext>
              </a:extLst>
            </p:cNvPr>
            <p:cNvSpPr/>
            <p:nvPr/>
          </p:nvSpPr>
          <p:spPr>
            <a:xfrm>
              <a:off x="2241042" y="3705606"/>
              <a:ext cx="1950720" cy="1905000"/>
            </a:xfrm>
            <a:custGeom>
              <a:avLst/>
              <a:gdLst>
                <a:gd name="connsiteX0" fmla="*/ 1842516 w 1950720"/>
                <a:gd name="connsiteY0" fmla="*/ 1911096 h 1905000"/>
                <a:gd name="connsiteX1" fmla="*/ 521970 w 1950720"/>
                <a:gd name="connsiteY1" fmla="*/ 1373124 h 1905000"/>
                <a:gd name="connsiteX2" fmla="*/ 137922 w 1950720"/>
                <a:gd name="connsiteY2" fmla="*/ 800100 h 1905000"/>
                <a:gd name="connsiteX3" fmla="*/ 0 w 1950720"/>
                <a:gd name="connsiteY3" fmla="*/ 114300 h 1905000"/>
                <a:gd name="connsiteX4" fmla="*/ 0 w 1950720"/>
                <a:gd name="connsiteY4" fmla="*/ 0 h 1905000"/>
                <a:gd name="connsiteX5" fmla="*/ 114300 w 1950720"/>
                <a:gd name="connsiteY5" fmla="*/ 0 h 1905000"/>
                <a:gd name="connsiteX6" fmla="*/ 944880 w 1950720"/>
                <a:gd name="connsiteY6" fmla="*/ 0 h 1905000"/>
                <a:gd name="connsiteX7" fmla="*/ 944880 w 1950720"/>
                <a:gd name="connsiteY7" fmla="*/ 114300 h 1905000"/>
                <a:gd name="connsiteX8" fmla="*/ 1199388 w 1950720"/>
                <a:gd name="connsiteY8" fmla="*/ 735330 h 1905000"/>
                <a:gd name="connsiteX9" fmla="*/ 1831086 w 1950720"/>
                <a:gd name="connsiteY9" fmla="*/ 1000506 h 1905000"/>
                <a:gd name="connsiteX10" fmla="*/ 1835658 w 1950720"/>
                <a:gd name="connsiteY10" fmla="*/ 1000506 h 1905000"/>
                <a:gd name="connsiteX11" fmla="*/ 1840992 w 1950720"/>
                <a:gd name="connsiteY11" fmla="*/ 1000506 h 1905000"/>
                <a:gd name="connsiteX12" fmla="*/ 1956816 w 1950720"/>
                <a:gd name="connsiteY12" fmla="*/ 998982 h 1905000"/>
                <a:gd name="connsiteX13" fmla="*/ 1956816 w 1950720"/>
                <a:gd name="connsiteY13" fmla="*/ 1911096 h 1905000"/>
                <a:gd name="connsiteX14" fmla="*/ 1842516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1842516" y="1911096"/>
                  </a:moveTo>
                  <a:cubicBezTo>
                    <a:pt x="1336548" y="1911096"/>
                    <a:pt x="867918" y="1719834"/>
                    <a:pt x="521970" y="1373124"/>
                  </a:cubicBezTo>
                  <a:cubicBezTo>
                    <a:pt x="357378" y="1207770"/>
                    <a:pt x="227838" y="1014984"/>
                    <a:pt x="137922" y="800100"/>
                  </a:cubicBezTo>
                  <a:cubicBezTo>
                    <a:pt x="46482" y="581406"/>
                    <a:pt x="0" y="350520"/>
                    <a:pt x="0" y="114300"/>
                  </a:cubicBezTo>
                  <a:lnTo>
                    <a:pt x="0" y="0"/>
                  </a:lnTo>
                  <a:lnTo>
                    <a:pt x="114300" y="0"/>
                  </a:lnTo>
                  <a:lnTo>
                    <a:pt x="944880" y="0"/>
                  </a:lnTo>
                  <a:lnTo>
                    <a:pt x="944880" y="114300"/>
                  </a:lnTo>
                  <a:cubicBezTo>
                    <a:pt x="944880" y="346710"/>
                    <a:pt x="1035558" y="566928"/>
                    <a:pt x="1199388" y="735330"/>
                  </a:cubicBezTo>
                  <a:cubicBezTo>
                    <a:pt x="1366266" y="906780"/>
                    <a:pt x="1591056" y="1000506"/>
                    <a:pt x="1831086" y="1000506"/>
                  </a:cubicBezTo>
                  <a:cubicBezTo>
                    <a:pt x="1832610" y="1000506"/>
                    <a:pt x="1834134" y="1000506"/>
                    <a:pt x="1835658" y="1000506"/>
                  </a:cubicBezTo>
                  <a:lnTo>
                    <a:pt x="1840992" y="1000506"/>
                  </a:lnTo>
                  <a:lnTo>
                    <a:pt x="1956816" y="998982"/>
                  </a:lnTo>
                  <a:lnTo>
                    <a:pt x="1956816" y="1911096"/>
                  </a:lnTo>
                  <a:lnTo>
                    <a:pt x="1842516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FE69EE0-1BE6-0C64-D208-B7CA123AA93E}"/>
                </a:ext>
              </a:extLst>
            </p:cNvPr>
            <p:cNvSpPr/>
            <p:nvPr/>
          </p:nvSpPr>
          <p:spPr>
            <a:xfrm>
              <a:off x="2355341" y="3819906"/>
              <a:ext cx="1722120" cy="1676400"/>
            </a:xfrm>
            <a:custGeom>
              <a:avLst/>
              <a:gdLst>
                <a:gd name="connsiteX0" fmla="*/ 716280 w 1722120"/>
                <a:gd name="connsiteY0" fmla="*/ 0 h 1676400"/>
                <a:gd name="connsiteX1" fmla="*/ 716280 w 1722120"/>
                <a:gd name="connsiteY1" fmla="*/ 0 h 1676400"/>
                <a:gd name="connsiteX2" fmla="*/ 0 w 1722120"/>
                <a:gd name="connsiteY2" fmla="*/ 0 h 1676400"/>
                <a:gd name="connsiteX3" fmla="*/ 0 w 1722120"/>
                <a:gd name="connsiteY3" fmla="*/ 0 h 1676400"/>
                <a:gd name="connsiteX4" fmla="*/ 1728216 w 1722120"/>
                <a:gd name="connsiteY4" fmla="*/ 1682496 h 1676400"/>
                <a:gd name="connsiteX5" fmla="*/ 1728216 w 1722120"/>
                <a:gd name="connsiteY5" fmla="*/ 1000506 h 1676400"/>
                <a:gd name="connsiteX6" fmla="*/ 1716786 w 1722120"/>
                <a:gd name="connsiteY6" fmla="*/ 1000506 h 1676400"/>
                <a:gd name="connsiteX7" fmla="*/ 716280 w 1722120"/>
                <a:gd name="connsiteY7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716280" y="0"/>
                  </a:moveTo>
                  <a:cubicBezTo>
                    <a:pt x="716280" y="0"/>
                    <a:pt x="716280" y="0"/>
                    <a:pt x="71628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898398"/>
                    <a:pt x="727710" y="1682496"/>
                    <a:pt x="1728216" y="1682496"/>
                  </a:cubicBezTo>
                  <a:lnTo>
                    <a:pt x="1728216" y="1000506"/>
                  </a:lnTo>
                  <a:cubicBezTo>
                    <a:pt x="1724406" y="1000506"/>
                    <a:pt x="1720596" y="1000506"/>
                    <a:pt x="1716786" y="1000506"/>
                  </a:cubicBezTo>
                  <a:cubicBezTo>
                    <a:pt x="1148334" y="1000506"/>
                    <a:pt x="716280" y="534162"/>
                    <a:pt x="716280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E8461E3-DCDE-A28E-3BA3-C666E7736ECF}"/>
                </a:ext>
              </a:extLst>
            </p:cNvPr>
            <p:cNvSpPr/>
            <p:nvPr/>
          </p:nvSpPr>
          <p:spPr>
            <a:xfrm>
              <a:off x="5934455" y="3659886"/>
              <a:ext cx="2286000" cy="1950720"/>
            </a:xfrm>
            <a:custGeom>
              <a:avLst/>
              <a:gdLst>
                <a:gd name="connsiteX0" fmla="*/ 2173986 w 2286000"/>
                <a:gd name="connsiteY0" fmla="*/ 1956816 h 1950720"/>
                <a:gd name="connsiteX1" fmla="*/ 1040130 w 2286000"/>
                <a:gd name="connsiteY1" fmla="*/ 1566672 h 1950720"/>
                <a:gd name="connsiteX2" fmla="*/ 160020 w 2286000"/>
                <a:gd name="connsiteY2" fmla="*/ 786384 h 1950720"/>
                <a:gd name="connsiteX3" fmla="*/ 80010 w 2286000"/>
                <a:gd name="connsiteY3" fmla="*/ 706374 h 1950720"/>
                <a:gd name="connsiteX4" fmla="*/ 0 w 2286000"/>
                <a:gd name="connsiteY4" fmla="*/ 626364 h 1950720"/>
                <a:gd name="connsiteX5" fmla="*/ 530352 w 2286000"/>
                <a:gd name="connsiteY5" fmla="*/ 83058 h 1950720"/>
                <a:gd name="connsiteX6" fmla="*/ 534162 w 2286000"/>
                <a:gd name="connsiteY6" fmla="*/ 78486 h 1950720"/>
                <a:gd name="connsiteX7" fmla="*/ 537972 w 2286000"/>
                <a:gd name="connsiteY7" fmla="*/ 75438 h 1950720"/>
                <a:gd name="connsiteX8" fmla="*/ 611124 w 2286000"/>
                <a:gd name="connsiteY8" fmla="*/ 0 h 1950720"/>
                <a:gd name="connsiteX9" fmla="*/ 692658 w 2286000"/>
                <a:gd name="connsiteY9" fmla="*/ 75438 h 1950720"/>
                <a:gd name="connsiteX10" fmla="*/ 923544 w 2286000"/>
                <a:gd name="connsiteY10" fmla="*/ 297942 h 1950720"/>
                <a:gd name="connsiteX11" fmla="*/ 2173986 w 2286000"/>
                <a:gd name="connsiteY11" fmla="*/ 1045464 h 1950720"/>
                <a:gd name="connsiteX12" fmla="*/ 2287524 w 2286000"/>
                <a:gd name="connsiteY12" fmla="*/ 1046988 h 1950720"/>
                <a:gd name="connsiteX13" fmla="*/ 2287524 w 2286000"/>
                <a:gd name="connsiteY13" fmla="*/ 1956816 h 1950720"/>
                <a:gd name="connsiteX14" fmla="*/ 2173986 w 2286000"/>
                <a:gd name="connsiteY14" fmla="*/ 1956816 h 19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6000" h="1950720">
                  <a:moveTo>
                    <a:pt x="2173986" y="1956816"/>
                  </a:moveTo>
                  <a:cubicBezTo>
                    <a:pt x="1792986" y="1956816"/>
                    <a:pt x="1421892" y="1829562"/>
                    <a:pt x="1040130" y="1566672"/>
                  </a:cubicBezTo>
                  <a:cubicBezTo>
                    <a:pt x="713994" y="1342644"/>
                    <a:pt x="419862" y="1046988"/>
                    <a:pt x="160020" y="786384"/>
                  </a:cubicBezTo>
                  <a:cubicBezTo>
                    <a:pt x="133350" y="759714"/>
                    <a:pt x="106680" y="733044"/>
                    <a:pt x="80010" y="706374"/>
                  </a:cubicBezTo>
                  <a:lnTo>
                    <a:pt x="0" y="626364"/>
                  </a:lnTo>
                  <a:lnTo>
                    <a:pt x="530352" y="83058"/>
                  </a:lnTo>
                  <a:lnTo>
                    <a:pt x="534162" y="78486"/>
                  </a:lnTo>
                  <a:lnTo>
                    <a:pt x="537972" y="75438"/>
                  </a:lnTo>
                  <a:lnTo>
                    <a:pt x="611124" y="0"/>
                  </a:lnTo>
                  <a:lnTo>
                    <a:pt x="692658" y="75438"/>
                  </a:lnTo>
                  <a:cubicBezTo>
                    <a:pt x="768858" y="146304"/>
                    <a:pt x="844296" y="219456"/>
                    <a:pt x="923544" y="297942"/>
                  </a:cubicBezTo>
                  <a:cubicBezTo>
                    <a:pt x="1294638" y="662940"/>
                    <a:pt x="1677924" y="1040130"/>
                    <a:pt x="2173986" y="1045464"/>
                  </a:cubicBezTo>
                  <a:lnTo>
                    <a:pt x="2287524" y="1046988"/>
                  </a:lnTo>
                  <a:lnTo>
                    <a:pt x="2287524" y="1956816"/>
                  </a:lnTo>
                  <a:lnTo>
                    <a:pt x="2173986" y="195681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A8AA73-4536-43DB-C5E7-BE18FB252F80}"/>
                </a:ext>
              </a:extLst>
            </p:cNvPr>
            <p:cNvSpPr/>
            <p:nvPr/>
          </p:nvSpPr>
          <p:spPr>
            <a:xfrm>
              <a:off x="6095999" y="3819906"/>
              <a:ext cx="2011680" cy="1676400"/>
            </a:xfrm>
            <a:custGeom>
              <a:avLst/>
              <a:gdLst>
                <a:gd name="connsiteX0" fmla="*/ 2012442 w 2011680"/>
                <a:gd name="connsiteY0" fmla="*/ 1682496 h 1676400"/>
                <a:gd name="connsiteX1" fmla="*/ 2012442 w 2011680"/>
                <a:gd name="connsiteY1" fmla="*/ 1000506 h 1676400"/>
                <a:gd name="connsiteX2" fmla="*/ 454914 w 2011680"/>
                <a:gd name="connsiteY2" fmla="*/ 0 h 1676400"/>
                <a:gd name="connsiteX3" fmla="*/ 454914 w 2011680"/>
                <a:gd name="connsiteY3" fmla="*/ 0 h 1676400"/>
                <a:gd name="connsiteX4" fmla="*/ 0 w 2011680"/>
                <a:gd name="connsiteY4" fmla="*/ 465582 h 1676400"/>
                <a:gd name="connsiteX5" fmla="*/ 2012442 w 2011680"/>
                <a:gd name="connsiteY5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676400">
                  <a:moveTo>
                    <a:pt x="2012442" y="1682496"/>
                  </a:moveTo>
                  <a:lnTo>
                    <a:pt x="2012442" y="1000506"/>
                  </a:lnTo>
                  <a:cubicBezTo>
                    <a:pt x="1359408" y="993648"/>
                    <a:pt x="895350" y="406908"/>
                    <a:pt x="454914" y="0"/>
                  </a:cubicBezTo>
                  <a:cubicBezTo>
                    <a:pt x="454914" y="0"/>
                    <a:pt x="454914" y="0"/>
                    <a:pt x="454914" y="0"/>
                  </a:cubicBezTo>
                  <a:lnTo>
                    <a:pt x="0" y="465582"/>
                  </a:lnTo>
                  <a:cubicBezTo>
                    <a:pt x="545592" y="1011174"/>
                    <a:pt x="1171194" y="1682496"/>
                    <a:pt x="2012442" y="1682496"/>
                  </a:cubicBezTo>
                  <a:close/>
                </a:path>
              </a:pathLst>
            </a:custGeom>
            <a:solidFill>
              <a:srgbClr val="FFC000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35D3C07-9360-3510-368D-054A150B00E7}"/>
                </a:ext>
              </a:extLst>
            </p:cNvPr>
            <p:cNvSpPr/>
            <p:nvPr/>
          </p:nvSpPr>
          <p:spPr>
            <a:xfrm>
              <a:off x="3969257" y="2022348"/>
              <a:ext cx="2286000" cy="1965960"/>
            </a:xfrm>
            <a:custGeom>
              <a:avLst/>
              <a:gdLst>
                <a:gd name="connsiteX0" fmla="*/ 1588008 w 2286000"/>
                <a:gd name="connsiteY0" fmla="*/ 1875282 h 1965960"/>
                <a:gd name="connsiteX1" fmla="*/ 1363980 w 2286000"/>
                <a:gd name="connsiteY1" fmla="*/ 1658874 h 1965960"/>
                <a:gd name="connsiteX2" fmla="*/ 113538 w 2286000"/>
                <a:gd name="connsiteY2" fmla="*/ 911352 h 1965960"/>
                <a:gd name="connsiteX3" fmla="*/ 0 w 2286000"/>
                <a:gd name="connsiteY3" fmla="*/ 909828 h 1965960"/>
                <a:gd name="connsiteX4" fmla="*/ 0 w 2286000"/>
                <a:gd name="connsiteY4" fmla="*/ 0 h 1965960"/>
                <a:gd name="connsiteX5" fmla="*/ 114300 w 2286000"/>
                <a:gd name="connsiteY5" fmla="*/ 0 h 1965960"/>
                <a:gd name="connsiteX6" fmla="*/ 1248156 w 2286000"/>
                <a:gd name="connsiteY6" fmla="*/ 390144 h 1965960"/>
                <a:gd name="connsiteX7" fmla="*/ 2128266 w 2286000"/>
                <a:gd name="connsiteY7" fmla="*/ 1170432 h 1965960"/>
                <a:gd name="connsiteX8" fmla="*/ 2208276 w 2286000"/>
                <a:gd name="connsiteY8" fmla="*/ 1250442 h 1965960"/>
                <a:gd name="connsiteX9" fmla="*/ 2288286 w 2286000"/>
                <a:gd name="connsiteY9" fmla="*/ 1330452 h 1965960"/>
                <a:gd name="connsiteX10" fmla="*/ 1664208 w 2286000"/>
                <a:gd name="connsiteY10" fmla="*/ 1970532 h 1965960"/>
                <a:gd name="connsiteX11" fmla="*/ 1588008 w 2286000"/>
                <a:gd name="connsiteY11" fmla="*/ 1875282 h 196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6000" h="1965960">
                  <a:moveTo>
                    <a:pt x="1588008" y="1875282"/>
                  </a:moveTo>
                  <a:cubicBezTo>
                    <a:pt x="1514094" y="1806702"/>
                    <a:pt x="1440942" y="1735074"/>
                    <a:pt x="1363980" y="1658874"/>
                  </a:cubicBezTo>
                  <a:cubicBezTo>
                    <a:pt x="992886" y="1293876"/>
                    <a:pt x="609600" y="916686"/>
                    <a:pt x="113538" y="911352"/>
                  </a:cubicBezTo>
                  <a:lnTo>
                    <a:pt x="0" y="909828"/>
                  </a:lnTo>
                  <a:lnTo>
                    <a:pt x="0" y="0"/>
                  </a:lnTo>
                  <a:lnTo>
                    <a:pt x="114300" y="0"/>
                  </a:lnTo>
                  <a:cubicBezTo>
                    <a:pt x="495300" y="0"/>
                    <a:pt x="866394" y="127254"/>
                    <a:pt x="1248156" y="390144"/>
                  </a:cubicBezTo>
                  <a:cubicBezTo>
                    <a:pt x="1574292" y="614172"/>
                    <a:pt x="1868424" y="909828"/>
                    <a:pt x="2128266" y="1170432"/>
                  </a:cubicBezTo>
                  <a:cubicBezTo>
                    <a:pt x="2154936" y="1197102"/>
                    <a:pt x="2181606" y="1223772"/>
                    <a:pt x="2208276" y="1250442"/>
                  </a:cubicBezTo>
                  <a:lnTo>
                    <a:pt x="2288286" y="1330452"/>
                  </a:lnTo>
                  <a:lnTo>
                    <a:pt x="1664208" y="1970532"/>
                  </a:lnTo>
                  <a:lnTo>
                    <a:pt x="1588008" y="1875282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C510B9-8375-58D0-BAE7-F53D7F0CCA7A}"/>
                </a:ext>
              </a:extLst>
            </p:cNvPr>
            <p:cNvSpPr/>
            <p:nvPr/>
          </p:nvSpPr>
          <p:spPr>
            <a:xfrm>
              <a:off x="4083557" y="2136648"/>
              <a:ext cx="2011680" cy="1676400"/>
            </a:xfrm>
            <a:custGeom>
              <a:avLst/>
              <a:gdLst>
                <a:gd name="connsiteX0" fmla="*/ 0 w 2011680"/>
                <a:gd name="connsiteY0" fmla="*/ 0 h 1676400"/>
                <a:gd name="connsiteX1" fmla="*/ 0 w 2011680"/>
                <a:gd name="connsiteY1" fmla="*/ 682752 h 1676400"/>
                <a:gd name="connsiteX2" fmla="*/ 1557528 w 2011680"/>
                <a:gd name="connsiteY2" fmla="*/ 1683258 h 1676400"/>
                <a:gd name="connsiteX3" fmla="*/ 1557528 w 2011680"/>
                <a:gd name="connsiteY3" fmla="*/ 1683258 h 1676400"/>
                <a:gd name="connsiteX4" fmla="*/ 1557528 w 2011680"/>
                <a:gd name="connsiteY4" fmla="*/ 1683258 h 1676400"/>
                <a:gd name="connsiteX5" fmla="*/ 2012442 w 2011680"/>
                <a:gd name="connsiteY5" fmla="*/ 1216914 h 1676400"/>
                <a:gd name="connsiteX6" fmla="*/ 0 w 2011680"/>
                <a:gd name="connsiteY6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1680" h="1676400">
                  <a:moveTo>
                    <a:pt x="0" y="0"/>
                  </a:moveTo>
                  <a:lnTo>
                    <a:pt x="0" y="682752"/>
                  </a:lnTo>
                  <a:cubicBezTo>
                    <a:pt x="653034" y="689610"/>
                    <a:pt x="1117092" y="1276350"/>
                    <a:pt x="1557528" y="1683258"/>
                  </a:cubicBezTo>
                  <a:cubicBezTo>
                    <a:pt x="1557528" y="1683258"/>
                    <a:pt x="1557528" y="1683258"/>
                    <a:pt x="1557528" y="1683258"/>
                  </a:cubicBezTo>
                  <a:cubicBezTo>
                    <a:pt x="1557528" y="1683258"/>
                    <a:pt x="1557528" y="1683258"/>
                    <a:pt x="1557528" y="1683258"/>
                  </a:cubicBezTo>
                  <a:lnTo>
                    <a:pt x="2012442" y="1216914"/>
                  </a:lnTo>
                  <a:cubicBezTo>
                    <a:pt x="1466850" y="671322"/>
                    <a:pt x="841248" y="0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1B2BE6-8C3B-A296-CFC1-DA343CF18460}"/>
                </a:ext>
              </a:extLst>
            </p:cNvPr>
            <p:cNvSpPr/>
            <p:nvPr/>
          </p:nvSpPr>
          <p:spPr>
            <a:xfrm>
              <a:off x="3969257" y="2022348"/>
              <a:ext cx="4251960" cy="3589020"/>
            </a:xfrm>
            <a:custGeom>
              <a:avLst/>
              <a:gdLst>
                <a:gd name="connsiteX0" fmla="*/ 0 w 4251960"/>
                <a:gd name="connsiteY0" fmla="*/ 3594354 h 3589020"/>
                <a:gd name="connsiteX1" fmla="*/ 0 w 4251960"/>
                <a:gd name="connsiteY1" fmla="*/ 2684526 h 3589020"/>
                <a:gd name="connsiteX2" fmla="*/ 113538 w 4251960"/>
                <a:gd name="connsiteY2" fmla="*/ 2683002 h 3589020"/>
                <a:gd name="connsiteX3" fmla="*/ 1363980 w 4251960"/>
                <a:gd name="connsiteY3" fmla="*/ 1935480 h 3589020"/>
                <a:gd name="connsiteX4" fmla="*/ 1592580 w 4251960"/>
                <a:gd name="connsiteY4" fmla="*/ 1715262 h 3589020"/>
                <a:gd name="connsiteX5" fmla="*/ 2045970 w 4251960"/>
                <a:gd name="connsiteY5" fmla="*/ 1250442 h 3589020"/>
                <a:gd name="connsiteX6" fmla="*/ 2125980 w 4251960"/>
                <a:gd name="connsiteY6" fmla="*/ 1170432 h 3589020"/>
                <a:gd name="connsiteX7" fmla="*/ 3006090 w 4251960"/>
                <a:gd name="connsiteY7" fmla="*/ 390144 h 3589020"/>
                <a:gd name="connsiteX8" fmla="*/ 4139946 w 4251960"/>
                <a:gd name="connsiteY8" fmla="*/ 0 h 3589020"/>
                <a:gd name="connsiteX9" fmla="*/ 4254246 w 4251960"/>
                <a:gd name="connsiteY9" fmla="*/ 0 h 3589020"/>
                <a:gd name="connsiteX10" fmla="*/ 4254246 w 4251960"/>
                <a:gd name="connsiteY10" fmla="*/ 909828 h 3589020"/>
                <a:gd name="connsiteX11" fmla="*/ 4140708 w 4251960"/>
                <a:gd name="connsiteY11" fmla="*/ 911352 h 3589020"/>
                <a:gd name="connsiteX12" fmla="*/ 2890266 w 4251960"/>
                <a:gd name="connsiteY12" fmla="*/ 1658874 h 3589020"/>
                <a:gd name="connsiteX13" fmla="*/ 2662428 w 4251960"/>
                <a:gd name="connsiteY13" fmla="*/ 1878330 h 3589020"/>
                <a:gd name="connsiteX14" fmla="*/ 2207514 w 4251960"/>
                <a:gd name="connsiteY14" fmla="*/ 2343912 h 3589020"/>
                <a:gd name="connsiteX15" fmla="*/ 2127504 w 4251960"/>
                <a:gd name="connsiteY15" fmla="*/ 2423922 h 3589020"/>
                <a:gd name="connsiteX16" fmla="*/ 1247394 w 4251960"/>
                <a:gd name="connsiteY16" fmla="*/ 3204210 h 3589020"/>
                <a:gd name="connsiteX17" fmla="*/ 113538 w 4251960"/>
                <a:gd name="connsiteY17" fmla="*/ 3594354 h 3589020"/>
                <a:gd name="connsiteX18" fmla="*/ 0 w 4251960"/>
                <a:gd name="connsiteY18" fmla="*/ 3594354 h 358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251960" h="3589020">
                  <a:moveTo>
                    <a:pt x="0" y="3594354"/>
                  </a:moveTo>
                  <a:lnTo>
                    <a:pt x="0" y="2684526"/>
                  </a:lnTo>
                  <a:lnTo>
                    <a:pt x="113538" y="2683002"/>
                  </a:lnTo>
                  <a:cubicBezTo>
                    <a:pt x="609600" y="2677668"/>
                    <a:pt x="992886" y="2300478"/>
                    <a:pt x="1363980" y="1935480"/>
                  </a:cubicBezTo>
                  <a:cubicBezTo>
                    <a:pt x="1442466" y="1858518"/>
                    <a:pt x="1517142" y="1785366"/>
                    <a:pt x="1592580" y="1715262"/>
                  </a:cubicBezTo>
                  <a:lnTo>
                    <a:pt x="2045970" y="1250442"/>
                  </a:lnTo>
                  <a:cubicBezTo>
                    <a:pt x="2072640" y="1223772"/>
                    <a:pt x="2099310" y="1197102"/>
                    <a:pt x="2125980" y="1170432"/>
                  </a:cubicBezTo>
                  <a:cubicBezTo>
                    <a:pt x="2385822" y="909828"/>
                    <a:pt x="2679954" y="614172"/>
                    <a:pt x="3006090" y="390144"/>
                  </a:cubicBezTo>
                  <a:cubicBezTo>
                    <a:pt x="3387852" y="128016"/>
                    <a:pt x="3758946" y="0"/>
                    <a:pt x="4139946" y="0"/>
                  </a:cubicBezTo>
                  <a:lnTo>
                    <a:pt x="4254246" y="0"/>
                  </a:lnTo>
                  <a:lnTo>
                    <a:pt x="4254246" y="909828"/>
                  </a:lnTo>
                  <a:lnTo>
                    <a:pt x="4140708" y="911352"/>
                  </a:lnTo>
                  <a:cubicBezTo>
                    <a:pt x="3644646" y="916686"/>
                    <a:pt x="3261360" y="1293876"/>
                    <a:pt x="2890266" y="1658874"/>
                  </a:cubicBezTo>
                  <a:cubicBezTo>
                    <a:pt x="2811780" y="1735836"/>
                    <a:pt x="2737866" y="1808988"/>
                    <a:pt x="2662428" y="1878330"/>
                  </a:cubicBezTo>
                  <a:lnTo>
                    <a:pt x="2207514" y="2343912"/>
                  </a:lnTo>
                  <a:cubicBezTo>
                    <a:pt x="2180844" y="2370582"/>
                    <a:pt x="2154174" y="2397252"/>
                    <a:pt x="2127504" y="2423922"/>
                  </a:cubicBezTo>
                  <a:cubicBezTo>
                    <a:pt x="1867662" y="2684526"/>
                    <a:pt x="1573530" y="2980182"/>
                    <a:pt x="1247394" y="3204210"/>
                  </a:cubicBezTo>
                  <a:cubicBezTo>
                    <a:pt x="865632" y="3466338"/>
                    <a:pt x="494538" y="3594354"/>
                    <a:pt x="113538" y="3594354"/>
                  </a:cubicBezTo>
                  <a:lnTo>
                    <a:pt x="0" y="3594354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7BA1372-17CB-3331-DD50-35602CA70671}"/>
                </a:ext>
              </a:extLst>
            </p:cNvPr>
            <p:cNvSpPr/>
            <p:nvPr/>
          </p:nvSpPr>
          <p:spPr>
            <a:xfrm>
              <a:off x="4117661" y="2136648"/>
              <a:ext cx="4023360" cy="3360420"/>
            </a:xfrm>
            <a:custGeom>
              <a:avLst/>
              <a:gdLst>
                <a:gd name="connsiteX0" fmla="*/ 4024884 w 4023360"/>
                <a:gd name="connsiteY0" fmla="*/ 0 h 3360420"/>
                <a:gd name="connsiteX1" fmla="*/ 2012442 w 4023360"/>
                <a:gd name="connsiteY1" fmla="*/ 1216152 h 3360420"/>
                <a:gd name="connsiteX2" fmla="*/ 1557528 w 4023360"/>
                <a:gd name="connsiteY2" fmla="*/ 1682496 h 3360420"/>
                <a:gd name="connsiteX3" fmla="*/ 0 w 4023360"/>
                <a:gd name="connsiteY3" fmla="*/ 2683002 h 3360420"/>
                <a:gd name="connsiteX4" fmla="*/ 0 w 4023360"/>
                <a:gd name="connsiteY4" fmla="*/ 3364992 h 3360420"/>
                <a:gd name="connsiteX5" fmla="*/ 2012442 w 4023360"/>
                <a:gd name="connsiteY5" fmla="*/ 2148840 h 3360420"/>
                <a:gd name="connsiteX6" fmla="*/ 2467356 w 4023360"/>
                <a:gd name="connsiteY6" fmla="*/ 1682496 h 3360420"/>
                <a:gd name="connsiteX7" fmla="*/ 2467356 w 4023360"/>
                <a:gd name="connsiteY7" fmla="*/ 1682496 h 3360420"/>
                <a:gd name="connsiteX8" fmla="*/ 4024884 w 4023360"/>
                <a:gd name="connsiteY8" fmla="*/ 681990 h 3360420"/>
                <a:gd name="connsiteX9" fmla="*/ 4024884 w 4023360"/>
                <a:gd name="connsiteY9" fmla="*/ 0 h 336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3360" h="3360420">
                  <a:moveTo>
                    <a:pt x="4024884" y="0"/>
                  </a:moveTo>
                  <a:cubicBezTo>
                    <a:pt x="3183636" y="0"/>
                    <a:pt x="2558034" y="670560"/>
                    <a:pt x="2012442" y="1216152"/>
                  </a:cubicBezTo>
                  <a:lnTo>
                    <a:pt x="1557528" y="1682496"/>
                  </a:lnTo>
                  <a:cubicBezTo>
                    <a:pt x="1117092" y="2089404"/>
                    <a:pt x="653034" y="2676144"/>
                    <a:pt x="0" y="2683002"/>
                  </a:cubicBezTo>
                  <a:lnTo>
                    <a:pt x="0" y="3364992"/>
                  </a:lnTo>
                  <a:cubicBezTo>
                    <a:pt x="841248" y="3364992"/>
                    <a:pt x="1466850" y="2694432"/>
                    <a:pt x="2012442" y="2148840"/>
                  </a:cubicBezTo>
                  <a:lnTo>
                    <a:pt x="2467356" y="1682496"/>
                  </a:lnTo>
                  <a:cubicBezTo>
                    <a:pt x="2467356" y="1682496"/>
                    <a:pt x="2467356" y="1682496"/>
                    <a:pt x="2467356" y="1682496"/>
                  </a:cubicBezTo>
                  <a:cubicBezTo>
                    <a:pt x="2907792" y="1275588"/>
                    <a:pt x="3371850" y="688848"/>
                    <a:pt x="4024884" y="681990"/>
                  </a:cubicBezTo>
                  <a:lnTo>
                    <a:pt x="4024884" y="0"/>
                  </a:lnTo>
                  <a:close/>
                </a:path>
              </a:pathLst>
            </a:custGeom>
            <a:solidFill>
              <a:schemeClr val="accent6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8EBF71-BBDE-17EF-414C-9671AE6B63DC}"/>
                </a:ext>
              </a:extLst>
            </p:cNvPr>
            <p:cNvSpPr/>
            <p:nvPr/>
          </p:nvSpPr>
          <p:spPr>
            <a:xfrm>
              <a:off x="7994142" y="2022348"/>
              <a:ext cx="1950720" cy="1905000"/>
            </a:xfrm>
            <a:custGeom>
              <a:avLst/>
              <a:gdLst>
                <a:gd name="connsiteX0" fmla="*/ 1011936 w 1950720"/>
                <a:gd name="connsiteY0" fmla="*/ 1911858 h 1905000"/>
                <a:gd name="connsiteX1" fmla="*/ 1011936 w 1950720"/>
                <a:gd name="connsiteY1" fmla="*/ 1797558 h 1905000"/>
                <a:gd name="connsiteX2" fmla="*/ 757428 w 1950720"/>
                <a:gd name="connsiteY2" fmla="*/ 1176528 h 1905000"/>
                <a:gd name="connsiteX3" fmla="*/ 125730 w 1950720"/>
                <a:gd name="connsiteY3" fmla="*/ 911352 h 1905000"/>
                <a:gd name="connsiteX4" fmla="*/ 121158 w 1950720"/>
                <a:gd name="connsiteY4" fmla="*/ 911352 h 1905000"/>
                <a:gd name="connsiteX5" fmla="*/ 115825 w 1950720"/>
                <a:gd name="connsiteY5" fmla="*/ 911352 h 1905000"/>
                <a:gd name="connsiteX6" fmla="*/ 0 w 1950720"/>
                <a:gd name="connsiteY6" fmla="*/ 912876 h 1905000"/>
                <a:gd name="connsiteX7" fmla="*/ 0 w 1950720"/>
                <a:gd name="connsiteY7" fmla="*/ 0 h 1905000"/>
                <a:gd name="connsiteX8" fmla="*/ 114300 w 1950720"/>
                <a:gd name="connsiteY8" fmla="*/ 0 h 1905000"/>
                <a:gd name="connsiteX9" fmla="*/ 1434846 w 1950720"/>
                <a:gd name="connsiteY9" fmla="*/ 537972 h 1905000"/>
                <a:gd name="connsiteX10" fmla="*/ 1818895 w 1950720"/>
                <a:gd name="connsiteY10" fmla="*/ 1110996 h 1905000"/>
                <a:gd name="connsiteX11" fmla="*/ 1956816 w 1950720"/>
                <a:gd name="connsiteY11" fmla="*/ 1796796 h 1905000"/>
                <a:gd name="connsiteX12" fmla="*/ 1956816 w 1950720"/>
                <a:gd name="connsiteY12" fmla="*/ 1911096 h 1905000"/>
                <a:gd name="connsiteX13" fmla="*/ 1842516 w 1950720"/>
                <a:gd name="connsiteY13" fmla="*/ 1911096 h 1905000"/>
                <a:gd name="connsiteX14" fmla="*/ 1011936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1011936" y="1911858"/>
                  </a:moveTo>
                  <a:lnTo>
                    <a:pt x="1011936" y="1797558"/>
                  </a:lnTo>
                  <a:cubicBezTo>
                    <a:pt x="1011936" y="1565148"/>
                    <a:pt x="921258" y="1344930"/>
                    <a:pt x="757428" y="1176528"/>
                  </a:cubicBezTo>
                  <a:cubicBezTo>
                    <a:pt x="590550" y="1005078"/>
                    <a:pt x="365760" y="911352"/>
                    <a:pt x="125730" y="911352"/>
                  </a:cubicBezTo>
                  <a:cubicBezTo>
                    <a:pt x="124206" y="911352"/>
                    <a:pt x="122682" y="911352"/>
                    <a:pt x="121158" y="911352"/>
                  </a:cubicBezTo>
                  <a:lnTo>
                    <a:pt x="115825" y="911352"/>
                  </a:lnTo>
                  <a:lnTo>
                    <a:pt x="0" y="912876"/>
                  </a:lnTo>
                  <a:lnTo>
                    <a:pt x="0" y="0"/>
                  </a:lnTo>
                  <a:lnTo>
                    <a:pt x="114300" y="0"/>
                  </a:lnTo>
                  <a:cubicBezTo>
                    <a:pt x="620268" y="0"/>
                    <a:pt x="1088898" y="191262"/>
                    <a:pt x="1434846" y="537972"/>
                  </a:cubicBezTo>
                  <a:cubicBezTo>
                    <a:pt x="1599438" y="703326"/>
                    <a:pt x="1728978" y="896112"/>
                    <a:pt x="1818895" y="1110996"/>
                  </a:cubicBezTo>
                  <a:cubicBezTo>
                    <a:pt x="1910335" y="1329690"/>
                    <a:pt x="1956816" y="1560576"/>
                    <a:pt x="1956816" y="1796796"/>
                  </a:cubicBezTo>
                  <a:lnTo>
                    <a:pt x="1956816" y="1911096"/>
                  </a:lnTo>
                  <a:lnTo>
                    <a:pt x="1842516" y="1911096"/>
                  </a:lnTo>
                  <a:lnTo>
                    <a:pt x="1011936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0F4A512-94C3-B0C7-4EB7-8AC7C1B21B03}"/>
                </a:ext>
              </a:extLst>
            </p:cNvPr>
            <p:cNvSpPr/>
            <p:nvPr/>
          </p:nvSpPr>
          <p:spPr>
            <a:xfrm>
              <a:off x="8108442" y="2136648"/>
              <a:ext cx="1722120" cy="1676400"/>
            </a:xfrm>
            <a:custGeom>
              <a:avLst/>
              <a:gdLst>
                <a:gd name="connsiteX0" fmla="*/ 1728216 w 1722120"/>
                <a:gd name="connsiteY0" fmla="*/ 1682496 h 1676400"/>
                <a:gd name="connsiteX1" fmla="*/ 0 w 1722120"/>
                <a:gd name="connsiteY1" fmla="*/ 0 h 1676400"/>
                <a:gd name="connsiteX2" fmla="*/ 0 w 1722120"/>
                <a:gd name="connsiteY2" fmla="*/ 682752 h 1676400"/>
                <a:gd name="connsiteX3" fmla="*/ 11430 w 1722120"/>
                <a:gd name="connsiteY3" fmla="*/ 682752 h 1676400"/>
                <a:gd name="connsiteX4" fmla="*/ 1011936 w 1722120"/>
                <a:gd name="connsiteY4" fmla="*/ 1683258 h 1676400"/>
                <a:gd name="connsiteX5" fmla="*/ 1011936 w 1722120"/>
                <a:gd name="connsiteY5" fmla="*/ 1683258 h 1676400"/>
                <a:gd name="connsiteX6" fmla="*/ 1728216 w 1722120"/>
                <a:gd name="connsiteY6" fmla="*/ 1682496 h 1676400"/>
                <a:gd name="connsiteX7" fmla="*/ 1728216 w 1722120"/>
                <a:gd name="connsiteY7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1728216" y="1682496"/>
                  </a:moveTo>
                  <a:cubicBezTo>
                    <a:pt x="1728216" y="784098"/>
                    <a:pt x="1000506" y="0"/>
                    <a:pt x="0" y="0"/>
                  </a:cubicBezTo>
                  <a:lnTo>
                    <a:pt x="0" y="682752"/>
                  </a:lnTo>
                  <a:cubicBezTo>
                    <a:pt x="3810" y="682752"/>
                    <a:pt x="7620" y="682752"/>
                    <a:pt x="11430" y="682752"/>
                  </a:cubicBezTo>
                  <a:cubicBezTo>
                    <a:pt x="579882" y="682752"/>
                    <a:pt x="1011936" y="1149096"/>
                    <a:pt x="1011936" y="1683258"/>
                  </a:cubicBezTo>
                  <a:cubicBezTo>
                    <a:pt x="1011936" y="1683258"/>
                    <a:pt x="1011936" y="1683258"/>
                    <a:pt x="1011936" y="1683258"/>
                  </a:cubicBezTo>
                  <a:lnTo>
                    <a:pt x="1728216" y="1682496"/>
                  </a:lnTo>
                  <a:cubicBezTo>
                    <a:pt x="1728216" y="1682496"/>
                    <a:pt x="1728216" y="1682496"/>
                    <a:pt x="1728216" y="168249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18D9F7B-E0E4-4D7A-95E3-81814C5B6358}"/>
                </a:ext>
              </a:extLst>
            </p:cNvPr>
            <p:cNvSpPr/>
            <p:nvPr/>
          </p:nvSpPr>
          <p:spPr>
            <a:xfrm>
              <a:off x="7994142" y="3705606"/>
              <a:ext cx="1950720" cy="1905000"/>
            </a:xfrm>
            <a:custGeom>
              <a:avLst/>
              <a:gdLst>
                <a:gd name="connsiteX0" fmla="*/ 0 w 1950720"/>
                <a:gd name="connsiteY0" fmla="*/ 1911096 h 1905000"/>
                <a:gd name="connsiteX1" fmla="*/ 0 w 1950720"/>
                <a:gd name="connsiteY1" fmla="*/ 998982 h 1905000"/>
                <a:gd name="connsiteX2" fmla="*/ 115825 w 1950720"/>
                <a:gd name="connsiteY2" fmla="*/ 1000506 h 1905000"/>
                <a:gd name="connsiteX3" fmla="*/ 121158 w 1950720"/>
                <a:gd name="connsiteY3" fmla="*/ 1000506 h 1905000"/>
                <a:gd name="connsiteX4" fmla="*/ 125730 w 1950720"/>
                <a:gd name="connsiteY4" fmla="*/ 1000506 h 1905000"/>
                <a:gd name="connsiteX5" fmla="*/ 757428 w 1950720"/>
                <a:gd name="connsiteY5" fmla="*/ 735330 h 1905000"/>
                <a:gd name="connsiteX6" fmla="*/ 1011936 w 1950720"/>
                <a:gd name="connsiteY6" fmla="*/ 114300 h 1905000"/>
                <a:gd name="connsiteX7" fmla="*/ 1011936 w 1950720"/>
                <a:gd name="connsiteY7" fmla="*/ 0 h 1905000"/>
                <a:gd name="connsiteX8" fmla="*/ 1126236 w 1950720"/>
                <a:gd name="connsiteY8" fmla="*/ 0 h 1905000"/>
                <a:gd name="connsiteX9" fmla="*/ 1956816 w 1950720"/>
                <a:gd name="connsiteY9" fmla="*/ 0 h 1905000"/>
                <a:gd name="connsiteX10" fmla="*/ 1956816 w 1950720"/>
                <a:gd name="connsiteY10" fmla="*/ 114300 h 1905000"/>
                <a:gd name="connsiteX11" fmla="*/ 1818895 w 1950720"/>
                <a:gd name="connsiteY11" fmla="*/ 800100 h 1905000"/>
                <a:gd name="connsiteX12" fmla="*/ 1434846 w 1950720"/>
                <a:gd name="connsiteY12" fmla="*/ 1373124 h 1905000"/>
                <a:gd name="connsiteX13" fmla="*/ 114300 w 1950720"/>
                <a:gd name="connsiteY13" fmla="*/ 1911096 h 1905000"/>
                <a:gd name="connsiteX14" fmla="*/ 0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0" y="1911096"/>
                  </a:moveTo>
                  <a:lnTo>
                    <a:pt x="0" y="998982"/>
                  </a:lnTo>
                  <a:lnTo>
                    <a:pt x="115825" y="1000506"/>
                  </a:lnTo>
                  <a:lnTo>
                    <a:pt x="121158" y="1000506"/>
                  </a:lnTo>
                  <a:cubicBezTo>
                    <a:pt x="122682" y="1000506"/>
                    <a:pt x="124206" y="1000506"/>
                    <a:pt x="125730" y="1000506"/>
                  </a:cubicBezTo>
                  <a:cubicBezTo>
                    <a:pt x="365760" y="1000506"/>
                    <a:pt x="589788" y="906018"/>
                    <a:pt x="757428" y="735330"/>
                  </a:cubicBezTo>
                  <a:cubicBezTo>
                    <a:pt x="921258" y="566928"/>
                    <a:pt x="1011936" y="346710"/>
                    <a:pt x="1011936" y="114300"/>
                  </a:cubicBezTo>
                  <a:lnTo>
                    <a:pt x="1011936" y="0"/>
                  </a:lnTo>
                  <a:lnTo>
                    <a:pt x="1126236" y="0"/>
                  </a:lnTo>
                  <a:lnTo>
                    <a:pt x="1956816" y="0"/>
                  </a:lnTo>
                  <a:lnTo>
                    <a:pt x="1956816" y="114300"/>
                  </a:lnTo>
                  <a:cubicBezTo>
                    <a:pt x="1956816" y="351282"/>
                    <a:pt x="1910335" y="582168"/>
                    <a:pt x="1818895" y="800100"/>
                  </a:cubicBezTo>
                  <a:cubicBezTo>
                    <a:pt x="1728978" y="1014984"/>
                    <a:pt x="1599438" y="1207008"/>
                    <a:pt x="1434846" y="1373124"/>
                  </a:cubicBezTo>
                  <a:cubicBezTo>
                    <a:pt x="1089660" y="1719834"/>
                    <a:pt x="620268" y="1911096"/>
                    <a:pt x="114300" y="1911096"/>
                  </a:cubicBezTo>
                  <a:lnTo>
                    <a:pt x="0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0B832E-9F6E-DF7B-2ED8-B400D61D5EAF}"/>
                </a:ext>
              </a:extLst>
            </p:cNvPr>
            <p:cNvSpPr/>
            <p:nvPr/>
          </p:nvSpPr>
          <p:spPr>
            <a:xfrm>
              <a:off x="8108442" y="3819144"/>
              <a:ext cx="1722120" cy="1676400"/>
            </a:xfrm>
            <a:custGeom>
              <a:avLst/>
              <a:gdLst>
                <a:gd name="connsiteX0" fmla="*/ 1011936 w 1722120"/>
                <a:gd name="connsiteY0" fmla="*/ 0 h 1676400"/>
                <a:gd name="connsiteX1" fmla="*/ 1011936 w 1722120"/>
                <a:gd name="connsiteY1" fmla="*/ 0 h 1676400"/>
                <a:gd name="connsiteX2" fmla="*/ 11430 w 1722120"/>
                <a:gd name="connsiteY2" fmla="*/ 1000506 h 1676400"/>
                <a:gd name="connsiteX3" fmla="*/ 0 w 1722120"/>
                <a:gd name="connsiteY3" fmla="*/ 1000506 h 1676400"/>
                <a:gd name="connsiteX4" fmla="*/ 0 w 1722120"/>
                <a:gd name="connsiteY4" fmla="*/ 1682496 h 1676400"/>
                <a:gd name="connsiteX5" fmla="*/ 1728216 w 1722120"/>
                <a:gd name="connsiteY5" fmla="*/ 0 h 1676400"/>
                <a:gd name="connsiteX6" fmla="*/ 1728216 w 1722120"/>
                <a:gd name="connsiteY6" fmla="*/ 0 h 1676400"/>
                <a:gd name="connsiteX7" fmla="*/ 1011936 w 1722120"/>
                <a:gd name="connsiteY7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1011936" y="0"/>
                  </a:moveTo>
                  <a:cubicBezTo>
                    <a:pt x="1011936" y="762"/>
                    <a:pt x="1011936" y="762"/>
                    <a:pt x="1011936" y="0"/>
                  </a:cubicBezTo>
                  <a:cubicBezTo>
                    <a:pt x="1011936" y="534162"/>
                    <a:pt x="579882" y="1000506"/>
                    <a:pt x="11430" y="1000506"/>
                  </a:cubicBezTo>
                  <a:cubicBezTo>
                    <a:pt x="7620" y="1000506"/>
                    <a:pt x="3810" y="1000506"/>
                    <a:pt x="0" y="1000506"/>
                  </a:cubicBezTo>
                  <a:lnTo>
                    <a:pt x="0" y="1682496"/>
                  </a:lnTo>
                  <a:cubicBezTo>
                    <a:pt x="1000506" y="1682496"/>
                    <a:pt x="1728216" y="898398"/>
                    <a:pt x="1728216" y="0"/>
                  </a:cubicBezTo>
                  <a:cubicBezTo>
                    <a:pt x="1728216" y="0"/>
                    <a:pt x="1728216" y="0"/>
                    <a:pt x="1728216" y="0"/>
                  </a:cubicBezTo>
                  <a:lnTo>
                    <a:pt x="1011936" y="0"/>
                  </a:ln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A3696BA-868C-6500-7DC1-67976D813625}"/>
              </a:ext>
            </a:extLst>
          </p:cNvPr>
          <p:cNvSpPr txBox="1"/>
          <p:nvPr/>
        </p:nvSpPr>
        <p:spPr>
          <a:xfrm>
            <a:off x="3850780" y="3214180"/>
            <a:ext cx="1760055" cy="6571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ARDUINO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59247-5D6A-358D-19DA-831B760B0AF3}"/>
              </a:ext>
            </a:extLst>
          </p:cNvPr>
          <p:cNvSpPr txBox="1"/>
          <p:nvPr/>
        </p:nvSpPr>
        <p:spPr>
          <a:xfrm>
            <a:off x="6394503" y="2339793"/>
            <a:ext cx="1316981" cy="65710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8051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792E42E-5624-A329-C26B-A69DC65F9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480" y="3231654"/>
            <a:ext cx="3023162" cy="2547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22CEBC-FC87-F57D-4E31-475A755E62F3}"/>
              </a:ext>
            </a:extLst>
          </p:cNvPr>
          <p:cNvSpPr txBox="1"/>
          <p:nvPr/>
        </p:nvSpPr>
        <p:spPr>
          <a:xfrm>
            <a:off x="2578381" y="5314160"/>
            <a:ext cx="5153549" cy="88431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ARDU-8051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3F414E-A237-5345-EAF3-5DF28C6753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67" y="259615"/>
            <a:ext cx="3301561" cy="233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4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89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62FAA-FC15-F8C1-3AA1-551995B8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5FC496E-4B92-8E77-909B-48824D4DBF88}"/>
              </a:ext>
            </a:extLst>
          </p:cNvPr>
          <p:cNvSpPr/>
          <p:nvPr/>
        </p:nvSpPr>
        <p:spPr>
          <a:xfrm>
            <a:off x="0" y="1686197"/>
            <a:ext cx="9144000" cy="3361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93283-3C16-EBCD-3146-14CED069CE78}"/>
              </a:ext>
            </a:extLst>
          </p:cNvPr>
          <p:cNvSpPr txBox="1"/>
          <p:nvPr/>
        </p:nvSpPr>
        <p:spPr>
          <a:xfrm>
            <a:off x="526478" y="5297839"/>
            <a:ext cx="84761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Low-cost • Student-friendly • Open Hardware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1C6CC0-4D60-3F99-1F1C-81477BF1E815}"/>
              </a:ext>
            </a:extLst>
          </p:cNvPr>
          <p:cNvSpPr txBox="1"/>
          <p:nvPr/>
        </p:nvSpPr>
        <p:spPr>
          <a:xfrm>
            <a:off x="2108524" y="639296"/>
            <a:ext cx="4325262" cy="88431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ARDU-8051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3D120AC-A5F8-A690-A373-7BC6CDEA1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30" y="1858812"/>
            <a:ext cx="3576288" cy="3015901"/>
          </a:xfrm>
          <a:prstGeom prst="rect">
            <a:avLst/>
          </a:prstGeom>
          <a:effectLst>
            <a:softEdge rad="0"/>
          </a:effec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FDDFD48C-47D2-31EF-D001-1A085AB5A483}"/>
              </a:ext>
            </a:extLst>
          </p:cNvPr>
          <p:cNvSpPr txBox="1">
            <a:spLocks/>
          </p:cNvSpPr>
          <p:nvPr/>
        </p:nvSpPr>
        <p:spPr>
          <a:xfrm>
            <a:off x="4777603" y="1916476"/>
            <a:ext cx="3312367" cy="6991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Key Features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41A179E-72C6-043E-145C-68985F0AA740}"/>
              </a:ext>
            </a:extLst>
          </p:cNvPr>
          <p:cNvSpPr txBox="1">
            <a:spLocks/>
          </p:cNvSpPr>
          <p:nvPr/>
        </p:nvSpPr>
        <p:spPr>
          <a:xfrm>
            <a:off x="5064187" y="2652186"/>
            <a:ext cx="3576288" cy="22030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ATmel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8051 MCU</a:t>
            </a:r>
          </a:p>
          <a:p>
            <a:pPr algn="l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On-board </a:t>
            </a: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USBasp</a:t>
            </a: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l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Arduino-style headers</a:t>
            </a:r>
          </a:p>
          <a:p>
            <a:pPr algn="l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Easy programming</a:t>
            </a:r>
          </a:p>
          <a:p>
            <a:pPr algn="l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Compact PCB</a:t>
            </a:r>
          </a:p>
        </p:txBody>
      </p:sp>
    </p:spTree>
    <p:extLst>
      <p:ext uri="{BB962C8B-B14F-4D97-AF65-F5344CB8AC3E}">
        <p14:creationId xmlns:p14="http://schemas.microsoft.com/office/powerpoint/2010/main" val="2465314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chemeClr val="accent2">
                <a:lumMod val="75000"/>
              </a:schemeClr>
            </a:gs>
            <a:gs pos="0">
              <a:schemeClr val="accent2"/>
            </a:gs>
            <a:gs pos="100000">
              <a:schemeClr val="accent2">
                <a:lumMod val="5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9F4EC-A20B-415C-7F39-7B44FE28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C5FCA-B6C6-7332-0AE9-01CD5942096E}"/>
              </a:ext>
            </a:extLst>
          </p:cNvPr>
          <p:cNvSpPr txBox="1"/>
          <p:nvPr/>
        </p:nvSpPr>
        <p:spPr>
          <a:xfrm>
            <a:off x="6687659" y="232052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40">
              <a:defRPr/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defTabSz="914240">
              <a:defRPr/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C8E53-DA4A-AFD5-7154-1F4E221EADAA}"/>
              </a:ext>
            </a:extLst>
          </p:cNvPr>
          <p:cNvSpPr txBox="1"/>
          <p:nvPr/>
        </p:nvSpPr>
        <p:spPr>
          <a:xfrm>
            <a:off x="6687660" y="2070246"/>
            <a:ext cx="21374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40">
              <a:defRPr/>
            </a:pPr>
            <a:r>
              <a:rPr lang="en-US" sz="15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 Compatible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9869E9-7AE2-A6FF-3622-381935468F67}"/>
              </a:ext>
            </a:extLst>
          </p:cNvPr>
          <p:cNvGrpSpPr/>
          <p:nvPr/>
        </p:nvGrpSpPr>
        <p:grpSpPr>
          <a:xfrm>
            <a:off x="4078671" y="3488272"/>
            <a:ext cx="2537550" cy="2049908"/>
            <a:chOff x="2334587" y="4279900"/>
            <a:chExt cx="2977189" cy="2405062"/>
          </a:xfrm>
          <a:effectLst>
            <a:outerShdw blurRad="88900" dist="38100" sx="102000" sy="102000" algn="t" rotWithShape="0">
              <a:prstClr val="black">
                <a:alpha val="31000"/>
              </a:prstClr>
            </a:outerShdw>
          </a:effectLst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26E6FB2-82F4-1B5A-D666-4ACA8B441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587" y="4279900"/>
              <a:ext cx="1408113" cy="1739900"/>
            </a:xfrm>
            <a:custGeom>
              <a:avLst/>
              <a:gdLst>
                <a:gd name="T0" fmla="*/ 284 w 807"/>
                <a:gd name="T1" fmla="*/ 0 h 998"/>
                <a:gd name="T2" fmla="*/ 24 w 807"/>
                <a:gd name="T3" fmla="*/ 454 h 998"/>
                <a:gd name="T4" fmla="*/ 0 w 807"/>
                <a:gd name="T5" fmla="*/ 545 h 998"/>
                <a:gd name="T6" fmla="*/ 24 w 807"/>
                <a:gd name="T7" fmla="*/ 636 h 998"/>
                <a:gd name="T8" fmla="*/ 233 w 807"/>
                <a:gd name="T9" fmla="*/ 998 h 998"/>
                <a:gd name="T10" fmla="*/ 807 w 807"/>
                <a:gd name="T11" fmla="*/ 0 h 998"/>
                <a:gd name="T12" fmla="*/ 284 w 807"/>
                <a:gd name="T13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7" h="998">
                  <a:moveTo>
                    <a:pt x="284" y="0"/>
                  </a:moveTo>
                  <a:cubicBezTo>
                    <a:pt x="246" y="66"/>
                    <a:pt x="24" y="454"/>
                    <a:pt x="24" y="454"/>
                  </a:cubicBezTo>
                  <a:cubicBezTo>
                    <a:pt x="9" y="481"/>
                    <a:pt x="0" y="512"/>
                    <a:pt x="0" y="545"/>
                  </a:cubicBezTo>
                  <a:cubicBezTo>
                    <a:pt x="0" y="578"/>
                    <a:pt x="9" y="609"/>
                    <a:pt x="24" y="636"/>
                  </a:cubicBezTo>
                  <a:cubicBezTo>
                    <a:pt x="233" y="998"/>
                    <a:pt x="233" y="998"/>
                    <a:pt x="233" y="998"/>
                  </a:cubicBezTo>
                  <a:cubicBezTo>
                    <a:pt x="233" y="998"/>
                    <a:pt x="667" y="242"/>
                    <a:pt x="807" y="0"/>
                  </a:cubicBezTo>
                  <a:lnTo>
                    <a:pt x="28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31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2D9AC60-9571-9F06-45FC-01C09229A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901" y="4943475"/>
              <a:ext cx="2936875" cy="1741487"/>
            </a:xfrm>
            <a:custGeom>
              <a:avLst/>
              <a:gdLst>
                <a:gd name="T0" fmla="*/ 785 w 1684"/>
                <a:gd name="T1" fmla="*/ 999 h 999"/>
                <a:gd name="T2" fmla="*/ 884 w 1684"/>
                <a:gd name="T3" fmla="*/ 726 h 999"/>
                <a:gd name="T4" fmla="*/ 865 w 1684"/>
                <a:gd name="T5" fmla="*/ 726 h 999"/>
                <a:gd name="T6" fmla="*/ 381 w 1684"/>
                <a:gd name="T7" fmla="*/ 726 h 999"/>
                <a:gd name="T8" fmla="*/ 290 w 1684"/>
                <a:gd name="T9" fmla="*/ 702 h 999"/>
                <a:gd name="T10" fmla="*/ 224 w 1684"/>
                <a:gd name="T11" fmla="*/ 636 h 999"/>
                <a:gd name="T12" fmla="*/ 0 w 1684"/>
                <a:gd name="T13" fmla="*/ 246 h 999"/>
                <a:gd name="T14" fmla="*/ 102 w 1684"/>
                <a:gd name="T15" fmla="*/ 273 h 999"/>
                <a:gd name="T16" fmla="*/ 865 w 1684"/>
                <a:gd name="T17" fmla="*/ 273 h 999"/>
                <a:gd name="T18" fmla="*/ 884 w 1684"/>
                <a:gd name="T19" fmla="*/ 273 h 999"/>
                <a:gd name="T20" fmla="*/ 785 w 1684"/>
                <a:gd name="T21" fmla="*/ 0 h 999"/>
                <a:gd name="T22" fmla="*/ 1683 w 1684"/>
                <a:gd name="T23" fmla="*/ 500 h 999"/>
                <a:gd name="T24" fmla="*/ 1684 w 1684"/>
                <a:gd name="T25" fmla="*/ 500 h 999"/>
                <a:gd name="T26" fmla="*/ 785 w 1684"/>
                <a:gd name="T27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84" h="999">
                  <a:moveTo>
                    <a:pt x="785" y="999"/>
                  </a:moveTo>
                  <a:cubicBezTo>
                    <a:pt x="884" y="726"/>
                    <a:pt x="884" y="726"/>
                    <a:pt x="884" y="726"/>
                  </a:cubicBezTo>
                  <a:cubicBezTo>
                    <a:pt x="865" y="726"/>
                    <a:pt x="865" y="726"/>
                    <a:pt x="865" y="726"/>
                  </a:cubicBezTo>
                  <a:cubicBezTo>
                    <a:pt x="381" y="726"/>
                    <a:pt x="381" y="726"/>
                    <a:pt x="381" y="726"/>
                  </a:cubicBezTo>
                  <a:cubicBezTo>
                    <a:pt x="350" y="726"/>
                    <a:pt x="319" y="719"/>
                    <a:pt x="290" y="702"/>
                  </a:cubicBezTo>
                  <a:cubicBezTo>
                    <a:pt x="262" y="686"/>
                    <a:pt x="240" y="662"/>
                    <a:pt x="224" y="636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0" y="246"/>
                    <a:pt x="39" y="273"/>
                    <a:pt x="102" y="273"/>
                  </a:cubicBezTo>
                  <a:cubicBezTo>
                    <a:pt x="165" y="273"/>
                    <a:pt x="865" y="273"/>
                    <a:pt x="865" y="273"/>
                  </a:cubicBezTo>
                  <a:cubicBezTo>
                    <a:pt x="884" y="273"/>
                    <a:pt x="884" y="273"/>
                    <a:pt x="884" y="273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1015" y="200"/>
                    <a:pt x="1385" y="389"/>
                    <a:pt x="1683" y="500"/>
                  </a:cubicBezTo>
                  <a:cubicBezTo>
                    <a:pt x="1683" y="500"/>
                    <a:pt x="1683" y="500"/>
                    <a:pt x="1684" y="500"/>
                  </a:cubicBezTo>
                  <a:cubicBezTo>
                    <a:pt x="1385" y="610"/>
                    <a:pt x="1015" y="799"/>
                    <a:pt x="785" y="999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lumMod val="50000"/>
                  </a:schemeClr>
                </a:gs>
                <a:gs pos="0">
                  <a:schemeClr val="tx2">
                    <a:lumMod val="20000"/>
                    <a:lumOff val="80000"/>
                  </a:schemeClr>
                </a:gs>
                <a:gs pos="55000">
                  <a:schemeClr val="tx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5C25D0-D5D6-8B6B-421C-6CA06396610E}"/>
              </a:ext>
            </a:extLst>
          </p:cNvPr>
          <p:cNvGrpSpPr/>
          <p:nvPr/>
        </p:nvGrpSpPr>
        <p:grpSpPr>
          <a:xfrm>
            <a:off x="4079632" y="2302231"/>
            <a:ext cx="2536590" cy="2048555"/>
            <a:chOff x="2335713" y="2489200"/>
            <a:chExt cx="2976063" cy="2403475"/>
          </a:xfrm>
          <a:effectLst>
            <a:outerShdw blurRad="88900" dist="38100" sx="102000" sy="102000" algn="t" rotWithShape="0">
              <a:prstClr val="black">
                <a:alpha val="31000"/>
              </a:prstClr>
            </a:outerShdw>
          </a:effectLst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75BE690-282C-A8C6-6E31-99CF79992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713" y="2489200"/>
              <a:ext cx="1408113" cy="1738312"/>
            </a:xfrm>
            <a:custGeom>
              <a:avLst/>
              <a:gdLst>
                <a:gd name="T0" fmla="*/ 284 w 807"/>
                <a:gd name="T1" fmla="*/ 0 h 998"/>
                <a:gd name="T2" fmla="*/ 24 w 807"/>
                <a:gd name="T3" fmla="*/ 454 h 998"/>
                <a:gd name="T4" fmla="*/ 0 w 807"/>
                <a:gd name="T5" fmla="*/ 545 h 998"/>
                <a:gd name="T6" fmla="*/ 24 w 807"/>
                <a:gd name="T7" fmla="*/ 636 h 998"/>
                <a:gd name="T8" fmla="*/ 233 w 807"/>
                <a:gd name="T9" fmla="*/ 998 h 998"/>
                <a:gd name="T10" fmla="*/ 807 w 807"/>
                <a:gd name="T11" fmla="*/ 0 h 998"/>
                <a:gd name="T12" fmla="*/ 284 w 807"/>
                <a:gd name="T13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7" h="998">
                  <a:moveTo>
                    <a:pt x="284" y="0"/>
                  </a:moveTo>
                  <a:cubicBezTo>
                    <a:pt x="246" y="66"/>
                    <a:pt x="24" y="454"/>
                    <a:pt x="24" y="454"/>
                  </a:cubicBezTo>
                  <a:cubicBezTo>
                    <a:pt x="9" y="481"/>
                    <a:pt x="0" y="512"/>
                    <a:pt x="0" y="545"/>
                  </a:cubicBezTo>
                  <a:cubicBezTo>
                    <a:pt x="0" y="578"/>
                    <a:pt x="9" y="609"/>
                    <a:pt x="24" y="636"/>
                  </a:cubicBezTo>
                  <a:cubicBezTo>
                    <a:pt x="233" y="998"/>
                    <a:pt x="233" y="998"/>
                    <a:pt x="233" y="998"/>
                  </a:cubicBezTo>
                  <a:cubicBezTo>
                    <a:pt x="233" y="998"/>
                    <a:pt x="667" y="242"/>
                    <a:pt x="807" y="0"/>
                  </a:cubicBezTo>
                  <a:lnTo>
                    <a:pt x="28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31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67428D6-A153-ECD3-ACB8-F2D8E8321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901" y="3152775"/>
              <a:ext cx="2936875" cy="1739900"/>
            </a:xfrm>
            <a:custGeom>
              <a:avLst/>
              <a:gdLst>
                <a:gd name="T0" fmla="*/ 785 w 1684"/>
                <a:gd name="T1" fmla="*/ 999 h 999"/>
                <a:gd name="T2" fmla="*/ 884 w 1684"/>
                <a:gd name="T3" fmla="*/ 726 h 999"/>
                <a:gd name="T4" fmla="*/ 865 w 1684"/>
                <a:gd name="T5" fmla="*/ 726 h 999"/>
                <a:gd name="T6" fmla="*/ 381 w 1684"/>
                <a:gd name="T7" fmla="*/ 726 h 999"/>
                <a:gd name="T8" fmla="*/ 290 w 1684"/>
                <a:gd name="T9" fmla="*/ 702 h 999"/>
                <a:gd name="T10" fmla="*/ 224 w 1684"/>
                <a:gd name="T11" fmla="*/ 636 h 999"/>
                <a:gd name="T12" fmla="*/ 0 w 1684"/>
                <a:gd name="T13" fmla="*/ 246 h 999"/>
                <a:gd name="T14" fmla="*/ 102 w 1684"/>
                <a:gd name="T15" fmla="*/ 273 h 999"/>
                <a:gd name="T16" fmla="*/ 865 w 1684"/>
                <a:gd name="T17" fmla="*/ 273 h 999"/>
                <a:gd name="T18" fmla="*/ 884 w 1684"/>
                <a:gd name="T19" fmla="*/ 273 h 999"/>
                <a:gd name="T20" fmla="*/ 785 w 1684"/>
                <a:gd name="T21" fmla="*/ 0 h 999"/>
                <a:gd name="T22" fmla="*/ 1683 w 1684"/>
                <a:gd name="T23" fmla="*/ 500 h 999"/>
                <a:gd name="T24" fmla="*/ 1684 w 1684"/>
                <a:gd name="T25" fmla="*/ 500 h 999"/>
                <a:gd name="T26" fmla="*/ 785 w 1684"/>
                <a:gd name="T27" fmla="*/ 999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84" h="999">
                  <a:moveTo>
                    <a:pt x="785" y="999"/>
                  </a:moveTo>
                  <a:cubicBezTo>
                    <a:pt x="884" y="726"/>
                    <a:pt x="884" y="726"/>
                    <a:pt x="884" y="726"/>
                  </a:cubicBezTo>
                  <a:cubicBezTo>
                    <a:pt x="865" y="726"/>
                    <a:pt x="865" y="726"/>
                    <a:pt x="865" y="726"/>
                  </a:cubicBezTo>
                  <a:cubicBezTo>
                    <a:pt x="381" y="726"/>
                    <a:pt x="381" y="726"/>
                    <a:pt x="381" y="726"/>
                  </a:cubicBezTo>
                  <a:cubicBezTo>
                    <a:pt x="350" y="726"/>
                    <a:pt x="319" y="719"/>
                    <a:pt x="290" y="702"/>
                  </a:cubicBezTo>
                  <a:cubicBezTo>
                    <a:pt x="262" y="686"/>
                    <a:pt x="240" y="662"/>
                    <a:pt x="224" y="636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0" y="246"/>
                    <a:pt x="39" y="273"/>
                    <a:pt x="102" y="273"/>
                  </a:cubicBezTo>
                  <a:cubicBezTo>
                    <a:pt x="165" y="273"/>
                    <a:pt x="865" y="273"/>
                    <a:pt x="865" y="273"/>
                  </a:cubicBezTo>
                  <a:cubicBezTo>
                    <a:pt x="884" y="273"/>
                    <a:pt x="884" y="273"/>
                    <a:pt x="884" y="273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1015" y="200"/>
                    <a:pt x="1385" y="389"/>
                    <a:pt x="1683" y="500"/>
                  </a:cubicBezTo>
                  <a:cubicBezTo>
                    <a:pt x="1683" y="500"/>
                    <a:pt x="1683" y="500"/>
                    <a:pt x="1684" y="500"/>
                  </a:cubicBezTo>
                  <a:cubicBezTo>
                    <a:pt x="1385" y="610"/>
                    <a:pt x="1015" y="799"/>
                    <a:pt x="785" y="999"/>
                  </a:cubicBezTo>
                  <a:close/>
                </a:path>
              </a:pathLst>
            </a:custGeom>
            <a:gradFill>
              <a:gsLst>
                <a:gs pos="100000">
                  <a:schemeClr val="accent3">
                    <a:lumMod val="50000"/>
                  </a:schemeClr>
                </a:gs>
                <a:gs pos="0">
                  <a:schemeClr val="accent3">
                    <a:lumMod val="20000"/>
                    <a:lumOff val="80000"/>
                  </a:schemeClr>
                </a:gs>
                <a:gs pos="51000">
                  <a:schemeClr val="accent3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F33FA4-92A0-45AB-F6DE-DAEC9997C314}"/>
              </a:ext>
            </a:extLst>
          </p:cNvPr>
          <p:cNvGrpSpPr/>
          <p:nvPr/>
        </p:nvGrpSpPr>
        <p:grpSpPr>
          <a:xfrm>
            <a:off x="4075593" y="1348312"/>
            <a:ext cx="2540628" cy="1800942"/>
            <a:chOff x="2330975" y="1014413"/>
            <a:chExt cx="2980801" cy="2112962"/>
          </a:xfrm>
          <a:effectLst>
            <a:outerShdw blurRad="88900" dist="38100" sx="102000" sy="102000" algn="t" rotWithShape="0">
              <a:prstClr val="black">
                <a:alpha val="31000"/>
              </a:prstClr>
            </a:outerShdw>
          </a:effectLst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8760545-D8EA-44A1-CD83-FDBA5B065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975" y="1014413"/>
              <a:ext cx="1236663" cy="1446212"/>
            </a:xfrm>
            <a:custGeom>
              <a:avLst/>
              <a:gdLst>
                <a:gd name="T0" fmla="*/ 186 w 709"/>
                <a:gd name="T1" fmla="*/ 0 h 830"/>
                <a:gd name="T2" fmla="*/ 24 w 709"/>
                <a:gd name="T3" fmla="*/ 286 h 830"/>
                <a:gd name="T4" fmla="*/ 0 w 709"/>
                <a:gd name="T5" fmla="*/ 377 h 830"/>
                <a:gd name="T6" fmla="*/ 24 w 709"/>
                <a:gd name="T7" fmla="*/ 468 h 830"/>
                <a:gd name="T8" fmla="*/ 233 w 709"/>
                <a:gd name="T9" fmla="*/ 830 h 830"/>
                <a:gd name="T10" fmla="*/ 709 w 709"/>
                <a:gd name="T11" fmla="*/ 0 h 830"/>
                <a:gd name="T12" fmla="*/ 186 w 709"/>
                <a:gd name="T13" fmla="*/ 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9" h="830">
                  <a:moveTo>
                    <a:pt x="186" y="0"/>
                  </a:moveTo>
                  <a:cubicBezTo>
                    <a:pt x="148" y="66"/>
                    <a:pt x="24" y="286"/>
                    <a:pt x="24" y="286"/>
                  </a:cubicBezTo>
                  <a:cubicBezTo>
                    <a:pt x="9" y="313"/>
                    <a:pt x="0" y="344"/>
                    <a:pt x="0" y="377"/>
                  </a:cubicBezTo>
                  <a:cubicBezTo>
                    <a:pt x="0" y="410"/>
                    <a:pt x="9" y="441"/>
                    <a:pt x="24" y="468"/>
                  </a:cubicBezTo>
                  <a:cubicBezTo>
                    <a:pt x="233" y="830"/>
                    <a:pt x="233" y="830"/>
                    <a:pt x="233" y="830"/>
                  </a:cubicBezTo>
                  <a:cubicBezTo>
                    <a:pt x="233" y="830"/>
                    <a:pt x="569" y="242"/>
                    <a:pt x="709" y="0"/>
                  </a:cubicBezTo>
                  <a:lnTo>
                    <a:pt x="186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31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A53FA19-4941-C3FA-3B88-100835AD8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901" y="1385888"/>
              <a:ext cx="2936875" cy="1741487"/>
            </a:xfrm>
            <a:custGeom>
              <a:avLst/>
              <a:gdLst>
                <a:gd name="T0" fmla="*/ 785 w 1684"/>
                <a:gd name="T1" fmla="*/ 1000 h 1000"/>
                <a:gd name="T2" fmla="*/ 884 w 1684"/>
                <a:gd name="T3" fmla="*/ 726 h 1000"/>
                <a:gd name="T4" fmla="*/ 865 w 1684"/>
                <a:gd name="T5" fmla="*/ 726 h 1000"/>
                <a:gd name="T6" fmla="*/ 381 w 1684"/>
                <a:gd name="T7" fmla="*/ 726 h 1000"/>
                <a:gd name="T8" fmla="*/ 290 w 1684"/>
                <a:gd name="T9" fmla="*/ 702 h 1000"/>
                <a:gd name="T10" fmla="*/ 224 w 1684"/>
                <a:gd name="T11" fmla="*/ 636 h 1000"/>
                <a:gd name="T12" fmla="*/ 0 w 1684"/>
                <a:gd name="T13" fmla="*/ 246 h 1000"/>
                <a:gd name="T14" fmla="*/ 102 w 1684"/>
                <a:gd name="T15" fmla="*/ 273 h 1000"/>
                <a:gd name="T16" fmla="*/ 865 w 1684"/>
                <a:gd name="T17" fmla="*/ 273 h 1000"/>
                <a:gd name="T18" fmla="*/ 884 w 1684"/>
                <a:gd name="T19" fmla="*/ 273 h 1000"/>
                <a:gd name="T20" fmla="*/ 785 w 1684"/>
                <a:gd name="T21" fmla="*/ 0 h 1000"/>
                <a:gd name="T22" fmla="*/ 1683 w 1684"/>
                <a:gd name="T23" fmla="*/ 500 h 1000"/>
                <a:gd name="T24" fmla="*/ 1684 w 1684"/>
                <a:gd name="T25" fmla="*/ 500 h 1000"/>
                <a:gd name="T26" fmla="*/ 785 w 1684"/>
                <a:gd name="T27" fmla="*/ 1000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84" h="1000">
                  <a:moveTo>
                    <a:pt x="785" y="1000"/>
                  </a:moveTo>
                  <a:cubicBezTo>
                    <a:pt x="884" y="726"/>
                    <a:pt x="884" y="726"/>
                    <a:pt x="884" y="726"/>
                  </a:cubicBezTo>
                  <a:cubicBezTo>
                    <a:pt x="865" y="726"/>
                    <a:pt x="865" y="726"/>
                    <a:pt x="865" y="726"/>
                  </a:cubicBezTo>
                  <a:cubicBezTo>
                    <a:pt x="381" y="726"/>
                    <a:pt x="381" y="726"/>
                    <a:pt x="381" y="726"/>
                  </a:cubicBezTo>
                  <a:cubicBezTo>
                    <a:pt x="350" y="726"/>
                    <a:pt x="319" y="719"/>
                    <a:pt x="290" y="702"/>
                  </a:cubicBezTo>
                  <a:cubicBezTo>
                    <a:pt x="262" y="686"/>
                    <a:pt x="240" y="662"/>
                    <a:pt x="224" y="636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0" y="246"/>
                    <a:pt x="39" y="273"/>
                    <a:pt x="102" y="273"/>
                  </a:cubicBezTo>
                  <a:cubicBezTo>
                    <a:pt x="165" y="273"/>
                    <a:pt x="865" y="273"/>
                    <a:pt x="865" y="273"/>
                  </a:cubicBezTo>
                  <a:cubicBezTo>
                    <a:pt x="884" y="273"/>
                    <a:pt x="884" y="273"/>
                    <a:pt x="884" y="273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1015" y="200"/>
                    <a:pt x="1385" y="389"/>
                    <a:pt x="1683" y="500"/>
                  </a:cubicBezTo>
                  <a:cubicBezTo>
                    <a:pt x="1683" y="500"/>
                    <a:pt x="1683" y="500"/>
                    <a:pt x="1684" y="500"/>
                  </a:cubicBezTo>
                  <a:cubicBezTo>
                    <a:pt x="1385" y="611"/>
                    <a:pt x="1015" y="799"/>
                    <a:pt x="785" y="100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2">
                    <a:lumMod val="50000"/>
                  </a:schemeClr>
                </a:gs>
                <a:gs pos="0">
                  <a:schemeClr val="bg2">
                    <a:lumMod val="20000"/>
                    <a:lumOff val="80000"/>
                  </a:schemeClr>
                </a:gs>
                <a:gs pos="51000">
                  <a:schemeClr val="bg2"/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24DB8C9-0BC5-A1B1-1A00-023B12A44C8D}"/>
              </a:ext>
            </a:extLst>
          </p:cNvPr>
          <p:cNvSpPr txBox="1"/>
          <p:nvPr/>
        </p:nvSpPr>
        <p:spPr>
          <a:xfrm>
            <a:off x="6687659" y="3513831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40">
              <a:defRPr/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defTabSz="914240">
              <a:defRPr/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EBB79-B95A-FB8A-700C-82903B12348A}"/>
              </a:ext>
            </a:extLst>
          </p:cNvPr>
          <p:cNvSpPr txBox="1"/>
          <p:nvPr/>
        </p:nvSpPr>
        <p:spPr>
          <a:xfrm>
            <a:off x="6687660" y="3263554"/>
            <a:ext cx="21374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40">
              <a:defRPr/>
            </a:pPr>
            <a:r>
              <a:rPr lang="en-US" sz="1500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USBasp</a:t>
            </a:r>
            <a:r>
              <a:rPr lang="en-US" sz="15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Programmer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A4F1DD-F02C-8943-AC1E-ECBAC6456FA8}"/>
              </a:ext>
            </a:extLst>
          </p:cNvPr>
          <p:cNvSpPr txBox="1"/>
          <p:nvPr/>
        </p:nvSpPr>
        <p:spPr>
          <a:xfrm>
            <a:off x="6687659" y="4703605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40">
              <a:defRPr/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defTabSz="914240">
              <a:defRPr/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3E485-45A4-69CF-A043-D8795F7117F3}"/>
              </a:ext>
            </a:extLst>
          </p:cNvPr>
          <p:cNvSpPr txBox="1"/>
          <p:nvPr/>
        </p:nvSpPr>
        <p:spPr>
          <a:xfrm>
            <a:off x="6687660" y="4453328"/>
            <a:ext cx="21374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40">
              <a:defRPr/>
            </a:pPr>
            <a:r>
              <a:rPr lang="en-US" sz="15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F9A008-C282-2DA8-F016-8087D8FC4E6B}"/>
              </a:ext>
            </a:extLst>
          </p:cNvPr>
          <p:cNvSpPr txBox="1"/>
          <p:nvPr/>
        </p:nvSpPr>
        <p:spPr>
          <a:xfrm>
            <a:off x="4294505" y="1503425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4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CDFD9F-AE35-C9D9-E872-C83E85C963FC}"/>
              </a:ext>
            </a:extLst>
          </p:cNvPr>
          <p:cNvSpPr txBox="1"/>
          <p:nvPr/>
        </p:nvSpPr>
        <p:spPr>
          <a:xfrm>
            <a:off x="4294505" y="2732613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4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DE069-B93F-1A29-F7AF-4CC755BE2769}"/>
              </a:ext>
            </a:extLst>
          </p:cNvPr>
          <p:cNvSpPr txBox="1"/>
          <p:nvPr/>
        </p:nvSpPr>
        <p:spPr>
          <a:xfrm>
            <a:off x="4294505" y="3921568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40">
              <a:defRPr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DC0D46-DEC7-98EE-6EEA-201CA30F4C36}"/>
              </a:ext>
            </a:extLst>
          </p:cNvPr>
          <p:cNvGrpSpPr/>
          <p:nvPr/>
        </p:nvGrpSpPr>
        <p:grpSpPr>
          <a:xfrm>
            <a:off x="5513691" y="4602778"/>
            <a:ext cx="521198" cy="428312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E04CDF9C-C98F-3BCA-7636-84AC4483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804F3C28-FD3D-7CD6-F4E7-0DD3091F00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C0CCAA-3BF8-EBDE-89C1-9AE0AE4731A5}"/>
              </a:ext>
            </a:extLst>
          </p:cNvPr>
          <p:cNvGrpSpPr/>
          <p:nvPr/>
        </p:nvGrpSpPr>
        <p:grpSpPr>
          <a:xfrm>
            <a:off x="5548551" y="3369182"/>
            <a:ext cx="451478" cy="454548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7D94339D-5C8A-456E-1DE5-38BB183AC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4655AA14-472A-AA7C-D0D9-42363C4BD2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561DBD-3A72-2671-4614-580B126A8918}"/>
              </a:ext>
            </a:extLst>
          </p:cNvPr>
          <p:cNvGrpSpPr/>
          <p:nvPr/>
        </p:nvGrpSpPr>
        <p:grpSpPr>
          <a:xfrm>
            <a:off x="5555846" y="2150179"/>
            <a:ext cx="436891" cy="479942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FE327285-CBD7-0459-5FB3-D196A80848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B4FAB66A-8B34-6BDB-7446-3E8D31F23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C285AC95-EB47-BE4D-C73E-807EE0A8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4C9C0E68-81AB-6D4B-18A3-B62F670C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10DD6682-B6EC-8422-45FF-108A1472B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3772B6C1-5A66-C01D-853A-05F513400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60F740C7-78A4-D071-36B5-8F56462BA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24">
              <a:extLst>
                <a:ext uri="{FF2B5EF4-FFF2-40B4-BE49-F238E27FC236}">
                  <a16:creationId xmlns:a16="http://schemas.microsoft.com/office/drawing/2014/main" id="{96364471-773B-8D74-004E-6DF7D5DAE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25">
              <a:extLst>
                <a:ext uri="{FF2B5EF4-FFF2-40B4-BE49-F238E27FC236}">
                  <a16:creationId xmlns:a16="http://schemas.microsoft.com/office/drawing/2014/main" id="{60728627-EB18-DA09-6949-870A6B67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26">
              <a:extLst>
                <a:ext uri="{FF2B5EF4-FFF2-40B4-BE49-F238E27FC236}">
                  <a16:creationId xmlns:a16="http://schemas.microsoft.com/office/drawing/2014/main" id="{A7D803A7-CDE8-FEF9-1E8C-ECEB105EF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FB62710E-B9F3-CD96-EEC8-0CD7C9FE4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E95B2AAA-C3DC-DE36-8371-C769FAD5B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914240">
                <a:defRPr/>
              </a:pPr>
              <a:endPara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aphic 2">
            <a:extLst>
              <a:ext uri="{FF2B5EF4-FFF2-40B4-BE49-F238E27FC236}">
                <a16:creationId xmlns:a16="http://schemas.microsoft.com/office/drawing/2014/main" id="{CD4D4502-58F2-4784-1D1D-4001069A6D0F}"/>
              </a:ext>
            </a:extLst>
          </p:cNvPr>
          <p:cNvGrpSpPr/>
          <p:nvPr/>
        </p:nvGrpSpPr>
        <p:grpSpPr>
          <a:xfrm>
            <a:off x="878004" y="925462"/>
            <a:ext cx="2120546" cy="987911"/>
            <a:chOff x="2241042" y="2022348"/>
            <a:chExt cx="7703820" cy="3589020"/>
          </a:xfrm>
          <a:solidFill>
            <a:schemeClr val="accent1"/>
          </a:solidFill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E6B4A49-2F70-1631-E38E-37A0AACF8644}"/>
                </a:ext>
              </a:extLst>
            </p:cNvPr>
            <p:cNvSpPr/>
            <p:nvPr/>
          </p:nvSpPr>
          <p:spPr>
            <a:xfrm>
              <a:off x="2241042" y="2023110"/>
              <a:ext cx="1950720" cy="1905000"/>
            </a:xfrm>
            <a:custGeom>
              <a:avLst/>
              <a:gdLst>
                <a:gd name="connsiteX0" fmla="*/ 0 w 1950720"/>
                <a:gd name="connsiteY0" fmla="*/ 1911096 h 1905000"/>
                <a:gd name="connsiteX1" fmla="*/ 0 w 1950720"/>
                <a:gd name="connsiteY1" fmla="*/ 1796796 h 1905000"/>
                <a:gd name="connsiteX2" fmla="*/ 137922 w 1950720"/>
                <a:gd name="connsiteY2" fmla="*/ 1110996 h 1905000"/>
                <a:gd name="connsiteX3" fmla="*/ 521970 w 1950720"/>
                <a:gd name="connsiteY3" fmla="*/ 537972 h 1905000"/>
                <a:gd name="connsiteX4" fmla="*/ 1842516 w 1950720"/>
                <a:gd name="connsiteY4" fmla="*/ 0 h 1905000"/>
                <a:gd name="connsiteX5" fmla="*/ 1956816 w 1950720"/>
                <a:gd name="connsiteY5" fmla="*/ 0 h 1905000"/>
                <a:gd name="connsiteX6" fmla="*/ 1956816 w 1950720"/>
                <a:gd name="connsiteY6" fmla="*/ 912114 h 1905000"/>
                <a:gd name="connsiteX7" fmla="*/ 1840992 w 1950720"/>
                <a:gd name="connsiteY7" fmla="*/ 910590 h 1905000"/>
                <a:gd name="connsiteX8" fmla="*/ 1835658 w 1950720"/>
                <a:gd name="connsiteY8" fmla="*/ 910590 h 1905000"/>
                <a:gd name="connsiteX9" fmla="*/ 1831086 w 1950720"/>
                <a:gd name="connsiteY9" fmla="*/ 910590 h 1905000"/>
                <a:gd name="connsiteX10" fmla="*/ 1199388 w 1950720"/>
                <a:gd name="connsiteY10" fmla="*/ 1175766 h 1905000"/>
                <a:gd name="connsiteX11" fmla="*/ 944880 w 1950720"/>
                <a:gd name="connsiteY11" fmla="*/ 1796796 h 1905000"/>
                <a:gd name="connsiteX12" fmla="*/ 944880 w 1950720"/>
                <a:gd name="connsiteY12" fmla="*/ 1911096 h 1905000"/>
                <a:gd name="connsiteX13" fmla="*/ 830580 w 1950720"/>
                <a:gd name="connsiteY13" fmla="*/ 1911096 h 1905000"/>
                <a:gd name="connsiteX14" fmla="*/ 0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0" y="1911096"/>
                  </a:moveTo>
                  <a:lnTo>
                    <a:pt x="0" y="1796796"/>
                  </a:lnTo>
                  <a:cubicBezTo>
                    <a:pt x="0" y="1559814"/>
                    <a:pt x="46482" y="1328928"/>
                    <a:pt x="137922" y="1110996"/>
                  </a:cubicBezTo>
                  <a:cubicBezTo>
                    <a:pt x="227838" y="896112"/>
                    <a:pt x="357378" y="704088"/>
                    <a:pt x="521970" y="537972"/>
                  </a:cubicBezTo>
                  <a:cubicBezTo>
                    <a:pt x="867156" y="191262"/>
                    <a:pt x="1336548" y="0"/>
                    <a:pt x="1842516" y="0"/>
                  </a:cubicBezTo>
                  <a:lnTo>
                    <a:pt x="1956816" y="0"/>
                  </a:lnTo>
                  <a:lnTo>
                    <a:pt x="1956816" y="912114"/>
                  </a:lnTo>
                  <a:lnTo>
                    <a:pt x="1840992" y="910590"/>
                  </a:lnTo>
                  <a:lnTo>
                    <a:pt x="1835658" y="910590"/>
                  </a:lnTo>
                  <a:cubicBezTo>
                    <a:pt x="1834134" y="910590"/>
                    <a:pt x="1832610" y="910590"/>
                    <a:pt x="1831086" y="910590"/>
                  </a:cubicBezTo>
                  <a:cubicBezTo>
                    <a:pt x="1591056" y="910590"/>
                    <a:pt x="1367028" y="1005078"/>
                    <a:pt x="1199388" y="1175766"/>
                  </a:cubicBezTo>
                  <a:cubicBezTo>
                    <a:pt x="1035558" y="1344168"/>
                    <a:pt x="944880" y="1564386"/>
                    <a:pt x="944880" y="1796796"/>
                  </a:cubicBezTo>
                  <a:lnTo>
                    <a:pt x="944880" y="1911096"/>
                  </a:lnTo>
                  <a:lnTo>
                    <a:pt x="830580" y="1911096"/>
                  </a:lnTo>
                  <a:lnTo>
                    <a:pt x="0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7F88EC2-26D2-4AA6-7BDB-28709B2E6DE1}"/>
                </a:ext>
              </a:extLst>
            </p:cNvPr>
            <p:cNvSpPr/>
            <p:nvPr/>
          </p:nvSpPr>
          <p:spPr>
            <a:xfrm>
              <a:off x="2355342" y="2136648"/>
              <a:ext cx="1722120" cy="1676400"/>
            </a:xfrm>
            <a:custGeom>
              <a:avLst/>
              <a:gdLst>
                <a:gd name="connsiteX0" fmla="*/ 716280 w 1722120"/>
                <a:gd name="connsiteY0" fmla="*/ 1682496 h 1676400"/>
                <a:gd name="connsiteX1" fmla="*/ 1716786 w 1722120"/>
                <a:gd name="connsiteY1" fmla="*/ 681990 h 1676400"/>
                <a:gd name="connsiteX2" fmla="*/ 1728216 w 1722120"/>
                <a:gd name="connsiteY2" fmla="*/ 681990 h 1676400"/>
                <a:gd name="connsiteX3" fmla="*/ 1728216 w 1722120"/>
                <a:gd name="connsiteY3" fmla="*/ 0 h 1676400"/>
                <a:gd name="connsiteX4" fmla="*/ 0 w 1722120"/>
                <a:gd name="connsiteY4" fmla="*/ 1682496 h 1676400"/>
                <a:gd name="connsiteX5" fmla="*/ 0 w 1722120"/>
                <a:gd name="connsiteY5" fmla="*/ 1682496 h 1676400"/>
                <a:gd name="connsiteX6" fmla="*/ 716280 w 1722120"/>
                <a:gd name="connsiteY6" fmla="*/ 1682496 h 1676400"/>
                <a:gd name="connsiteX7" fmla="*/ 716280 w 1722120"/>
                <a:gd name="connsiteY7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716280" y="1682496"/>
                  </a:moveTo>
                  <a:cubicBezTo>
                    <a:pt x="716280" y="1148334"/>
                    <a:pt x="1148334" y="681990"/>
                    <a:pt x="1716786" y="681990"/>
                  </a:cubicBezTo>
                  <a:cubicBezTo>
                    <a:pt x="1720596" y="681990"/>
                    <a:pt x="1724406" y="681990"/>
                    <a:pt x="1728216" y="681990"/>
                  </a:cubicBezTo>
                  <a:lnTo>
                    <a:pt x="1728216" y="0"/>
                  </a:lnTo>
                  <a:cubicBezTo>
                    <a:pt x="727710" y="0"/>
                    <a:pt x="0" y="784098"/>
                    <a:pt x="0" y="1682496"/>
                  </a:cubicBezTo>
                  <a:cubicBezTo>
                    <a:pt x="0" y="1682496"/>
                    <a:pt x="0" y="1682496"/>
                    <a:pt x="0" y="1682496"/>
                  </a:cubicBezTo>
                  <a:lnTo>
                    <a:pt x="716280" y="1682496"/>
                  </a:lnTo>
                  <a:cubicBezTo>
                    <a:pt x="716280" y="1682496"/>
                    <a:pt x="716280" y="1682496"/>
                    <a:pt x="716280" y="1682496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765139A-AB73-9926-FDFD-14B040850FFE}"/>
                </a:ext>
              </a:extLst>
            </p:cNvPr>
            <p:cNvSpPr/>
            <p:nvPr/>
          </p:nvSpPr>
          <p:spPr>
            <a:xfrm>
              <a:off x="2241042" y="3705606"/>
              <a:ext cx="1950720" cy="1905000"/>
            </a:xfrm>
            <a:custGeom>
              <a:avLst/>
              <a:gdLst>
                <a:gd name="connsiteX0" fmla="*/ 1842516 w 1950720"/>
                <a:gd name="connsiteY0" fmla="*/ 1911096 h 1905000"/>
                <a:gd name="connsiteX1" fmla="*/ 521970 w 1950720"/>
                <a:gd name="connsiteY1" fmla="*/ 1373124 h 1905000"/>
                <a:gd name="connsiteX2" fmla="*/ 137922 w 1950720"/>
                <a:gd name="connsiteY2" fmla="*/ 800100 h 1905000"/>
                <a:gd name="connsiteX3" fmla="*/ 0 w 1950720"/>
                <a:gd name="connsiteY3" fmla="*/ 114300 h 1905000"/>
                <a:gd name="connsiteX4" fmla="*/ 0 w 1950720"/>
                <a:gd name="connsiteY4" fmla="*/ 0 h 1905000"/>
                <a:gd name="connsiteX5" fmla="*/ 114300 w 1950720"/>
                <a:gd name="connsiteY5" fmla="*/ 0 h 1905000"/>
                <a:gd name="connsiteX6" fmla="*/ 944880 w 1950720"/>
                <a:gd name="connsiteY6" fmla="*/ 0 h 1905000"/>
                <a:gd name="connsiteX7" fmla="*/ 944880 w 1950720"/>
                <a:gd name="connsiteY7" fmla="*/ 114300 h 1905000"/>
                <a:gd name="connsiteX8" fmla="*/ 1199388 w 1950720"/>
                <a:gd name="connsiteY8" fmla="*/ 735330 h 1905000"/>
                <a:gd name="connsiteX9" fmla="*/ 1831086 w 1950720"/>
                <a:gd name="connsiteY9" fmla="*/ 1000506 h 1905000"/>
                <a:gd name="connsiteX10" fmla="*/ 1835658 w 1950720"/>
                <a:gd name="connsiteY10" fmla="*/ 1000506 h 1905000"/>
                <a:gd name="connsiteX11" fmla="*/ 1840992 w 1950720"/>
                <a:gd name="connsiteY11" fmla="*/ 1000506 h 1905000"/>
                <a:gd name="connsiteX12" fmla="*/ 1956816 w 1950720"/>
                <a:gd name="connsiteY12" fmla="*/ 998982 h 1905000"/>
                <a:gd name="connsiteX13" fmla="*/ 1956816 w 1950720"/>
                <a:gd name="connsiteY13" fmla="*/ 1911096 h 1905000"/>
                <a:gd name="connsiteX14" fmla="*/ 1842516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1842516" y="1911096"/>
                  </a:moveTo>
                  <a:cubicBezTo>
                    <a:pt x="1336548" y="1911096"/>
                    <a:pt x="867918" y="1719834"/>
                    <a:pt x="521970" y="1373124"/>
                  </a:cubicBezTo>
                  <a:cubicBezTo>
                    <a:pt x="357378" y="1207770"/>
                    <a:pt x="227838" y="1014984"/>
                    <a:pt x="137922" y="800100"/>
                  </a:cubicBezTo>
                  <a:cubicBezTo>
                    <a:pt x="46482" y="581406"/>
                    <a:pt x="0" y="350520"/>
                    <a:pt x="0" y="114300"/>
                  </a:cubicBezTo>
                  <a:lnTo>
                    <a:pt x="0" y="0"/>
                  </a:lnTo>
                  <a:lnTo>
                    <a:pt x="114300" y="0"/>
                  </a:lnTo>
                  <a:lnTo>
                    <a:pt x="944880" y="0"/>
                  </a:lnTo>
                  <a:lnTo>
                    <a:pt x="944880" y="114300"/>
                  </a:lnTo>
                  <a:cubicBezTo>
                    <a:pt x="944880" y="346710"/>
                    <a:pt x="1035558" y="566928"/>
                    <a:pt x="1199388" y="735330"/>
                  </a:cubicBezTo>
                  <a:cubicBezTo>
                    <a:pt x="1366266" y="906780"/>
                    <a:pt x="1591056" y="1000506"/>
                    <a:pt x="1831086" y="1000506"/>
                  </a:cubicBezTo>
                  <a:cubicBezTo>
                    <a:pt x="1832610" y="1000506"/>
                    <a:pt x="1834134" y="1000506"/>
                    <a:pt x="1835658" y="1000506"/>
                  </a:cubicBezTo>
                  <a:lnTo>
                    <a:pt x="1840992" y="1000506"/>
                  </a:lnTo>
                  <a:lnTo>
                    <a:pt x="1956816" y="998982"/>
                  </a:lnTo>
                  <a:lnTo>
                    <a:pt x="1956816" y="1911096"/>
                  </a:lnTo>
                  <a:lnTo>
                    <a:pt x="1842516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16C3DC-6425-61EE-3920-D1E24362E6DD}"/>
                </a:ext>
              </a:extLst>
            </p:cNvPr>
            <p:cNvSpPr/>
            <p:nvPr/>
          </p:nvSpPr>
          <p:spPr>
            <a:xfrm>
              <a:off x="2355342" y="3819906"/>
              <a:ext cx="1722120" cy="1676400"/>
            </a:xfrm>
            <a:custGeom>
              <a:avLst/>
              <a:gdLst>
                <a:gd name="connsiteX0" fmla="*/ 716280 w 1722120"/>
                <a:gd name="connsiteY0" fmla="*/ 0 h 1676400"/>
                <a:gd name="connsiteX1" fmla="*/ 716280 w 1722120"/>
                <a:gd name="connsiteY1" fmla="*/ 0 h 1676400"/>
                <a:gd name="connsiteX2" fmla="*/ 0 w 1722120"/>
                <a:gd name="connsiteY2" fmla="*/ 0 h 1676400"/>
                <a:gd name="connsiteX3" fmla="*/ 0 w 1722120"/>
                <a:gd name="connsiteY3" fmla="*/ 0 h 1676400"/>
                <a:gd name="connsiteX4" fmla="*/ 1728216 w 1722120"/>
                <a:gd name="connsiteY4" fmla="*/ 1682496 h 1676400"/>
                <a:gd name="connsiteX5" fmla="*/ 1728216 w 1722120"/>
                <a:gd name="connsiteY5" fmla="*/ 1000506 h 1676400"/>
                <a:gd name="connsiteX6" fmla="*/ 1716786 w 1722120"/>
                <a:gd name="connsiteY6" fmla="*/ 1000506 h 1676400"/>
                <a:gd name="connsiteX7" fmla="*/ 716280 w 1722120"/>
                <a:gd name="connsiteY7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716280" y="0"/>
                  </a:moveTo>
                  <a:cubicBezTo>
                    <a:pt x="716280" y="0"/>
                    <a:pt x="716280" y="0"/>
                    <a:pt x="71628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898398"/>
                    <a:pt x="727710" y="1682496"/>
                    <a:pt x="1728216" y="1682496"/>
                  </a:cubicBezTo>
                  <a:lnTo>
                    <a:pt x="1728216" y="1000506"/>
                  </a:lnTo>
                  <a:cubicBezTo>
                    <a:pt x="1724406" y="1000506"/>
                    <a:pt x="1720596" y="1000506"/>
                    <a:pt x="1716786" y="1000506"/>
                  </a:cubicBezTo>
                  <a:cubicBezTo>
                    <a:pt x="1148334" y="1000506"/>
                    <a:pt x="716280" y="534162"/>
                    <a:pt x="716280" y="0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3F4F2D1-7693-D863-5ABA-820DF5F5A4F7}"/>
                </a:ext>
              </a:extLst>
            </p:cNvPr>
            <p:cNvSpPr/>
            <p:nvPr/>
          </p:nvSpPr>
          <p:spPr>
            <a:xfrm>
              <a:off x="5934456" y="3659886"/>
              <a:ext cx="2286000" cy="1950720"/>
            </a:xfrm>
            <a:custGeom>
              <a:avLst/>
              <a:gdLst>
                <a:gd name="connsiteX0" fmla="*/ 2173986 w 2286000"/>
                <a:gd name="connsiteY0" fmla="*/ 1956816 h 1950720"/>
                <a:gd name="connsiteX1" fmla="*/ 1040130 w 2286000"/>
                <a:gd name="connsiteY1" fmla="*/ 1566672 h 1950720"/>
                <a:gd name="connsiteX2" fmla="*/ 160020 w 2286000"/>
                <a:gd name="connsiteY2" fmla="*/ 786384 h 1950720"/>
                <a:gd name="connsiteX3" fmla="*/ 80010 w 2286000"/>
                <a:gd name="connsiteY3" fmla="*/ 706374 h 1950720"/>
                <a:gd name="connsiteX4" fmla="*/ 0 w 2286000"/>
                <a:gd name="connsiteY4" fmla="*/ 626364 h 1950720"/>
                <a:gd name="connsiteX5" fmla="*/ 530352 w 2286000"/>
                <a:gd name="connsiteY5" fmla="*/ 83058 h 1950720"/>
                <a:gd name="connsiteX6" fmla="*/ 534162 w 2286000"/>
                <a:gd name="connsiteY6" fmla="*/ 78486 h 1950720"/>
                <a:gd name="connsiteX7" fmla="*/ 537972 w 2286000"/>
                <a:gd name="connsiteY7" fmla="*/ 75438 h 1950720"/>
                <a:gd name="connsiteX8" fmla="*/ 611124 w 2286000"/>
                <a:gd name="connsiteY8" fmla="*/ 0 h 1950720"/>
                <a:gd name="connsiteX9" fmla="*/ 692658 w 2286000"/>
                <a:gd name="connsiteY9" fmla="*/ 75438 h 1950720"/>
                <a:gd name="connsiteX10" fmla="*/ 923544 w 2286000"/>
                <a:gd name="connsiteY10" fmla="*/ 297942 h 1950720"/>
                <a:gd name="connsiteX11" fmla="*/ 2173986 w 2286000"/>
                <a:gd name="connsiteY11" fmla="*/ 1045464 h 1950720"/>
                <a:gd name="connsiteX12" fmla="*/ 2287524 w 2286000"/>
                <a:gd name="connsiteY12" fmla="*/ 1046988 h 1950720"/>
                <a:gd name="connsiteX13" fmla="*/ 2287524 w 2286000"/>
                <a:gd name="connsiteY13" fmla="*/ 1956816 h 1950720"/>
                <a:gd name="connsiteX14" fmla="*/ 2173986 w 2286000"/>
                <a:gd name="connsiteY14" fmla="*/ 1956816 h 19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6000" h="1950720">
                  <a:moveTo>
                    <a:pt x="2173986" y="1956816"/>
                  </a:moveTo>
                  <a:cubicBezTo>
                    <a:pt x="1792986" y="1956816"/>
                    <a:pt x="1421892" y="1829562"/>
                    <a:pt x="1040130" y="1566672"/>
                  </a:cubicBezTo>
                  <a:cubicBezTo>
                    <a:pt x="713994" y="1342644"/>
                    <a:pt x="419862" y="1046988"/>
                    <a:pt x="160020" y="786384"/>
                  </a:cubicBezTo>
                  <a:cubicBezTo>
                    <a:pt x="133350" y="759714"/>
                    <a:pt x="106680" y="733044"/>
                    <a:pt x="80010" y="706374"/>
                  </a:cubicBezTo>
                  <a:lnTo>
                    <a:pt x="0" y="626364"/>
                  </a:lnTo>
                  <a:lnTo>
                    <a:pt x="530352" y="83058"/>
                  </a:lnTo>
                  <a:lnTo>
                    <a:pt x="534162" y="78486"/>
                  </a:lnTo>
                  <a:lnTo>
                    <a:pt x="537972" y="75438"/>
                  </a:lnTo>
                  <a:lnTo>
                    <a:pt x="611124" y="0"/>
                  </a:lnTo>
                  <a:lnTo>
                    <a:pt x="692658" y="75438"/>
                  </a:lnTo>
                  <a:cubicBezTo>
                    <a:pt x="768858" y="146304"/>
                    <a:pt x="844296" y="219456"/>
                    <a:pt x="923544" y="297942"/>
                  </a:cubicBezTo>
                  <a:cubicBezTo>
                    <a:pt x="1294638" y="662940"/>
                    <a:pt x="1677924" y="1040130"/>
                    <a:pt x="2173986" y="1045464"/>
                  </a:cubicBezTo>
                  <a:lnTo>
                    <a:pt x="2287524" y="1046988"/>
                  </a:lnTo>
                  <a:lnTo>
                    <a:pt x="2287524" y="1956816"/>
                  </a:lnTo>
                  <a:lnTo>
                    <a:pt x="2173986" y="195681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BDDF043-8974-5EA5-35DC-C88D0F782BFB}"/>
                </a:ext>
              </a:extLst>
            </p:cNvPr>
            <p:cNvSpPr/>
            <p:nvPr/>
          </p:nvSpPr>
          <p:spPr>
            <a:xfrm>
              <a:off x="6096000" y="3819906"/>
              <a:ext cx="2011680" cy="1676400"/>
            </a:xfrm>
            <a:custGeom>
              <a:avLst/>
              <a:gdLst>
                <a:gd name="connsiteX0" fmla="*/ 2012442 w 2011680"/>
                <a:gd name="connsiteY0" fmla="*/ 1682496 h 1676400"/>
                <a:gd name="connsiteX1" fmla="*/ 2012442 w 2011680"/>
                <a:gd name="connsiteY1" fmla="*/ 1000506 h 1676400"/>
                <a:gd name="connsiteX2" fmla="*/ 454914 w 2011680"/>
                <a:gd name="connsiteY2" fmla="*/ 0 h 1676400"/>
                <a:gd name="connsiteX3" fmla="*/ 454914 w 2011680"/>
                <a:gd name="connsiteY3" fmla="*/ 0 h 1676400"/>
                <a:gd name="connsiteX4" fmla="*/ 0 w 2011680"/>
                <a:gd name="connsiteY4" fmla="*/ 465582 h 1676400"/>
                <a:gd name="connsiteX5" fmla="*/ 2012442 w 2011680"/>
                <a:gd name="connsiteY5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676400">
                  <a:moveTo>
                    <a:pt x="2012442" y="1682496"/>
                  </a:moveTo>
                  <a:lnTo>
                    <a:pt x="2012442" y="1000506"/>
                  </a:lnTo>
                  <a:cubicBezTo>
                    <a:pt x="1359408" y="993648"/>
                    <a:pt x="895350" y="406908"/>
                    <a:pt x="454914" y="0"/>
                  </a:cubicBezTo>
                  <a:cubicBezTo>
                    <a:pt x="454914" y="0"/>
                    <a:pt x="454914" y="0"/>
                    <a:pt x="454914" y="0"/>
                  </a:cubicBezTo>
                  <a:lnTo>
                    <a:pt x="0" y="465582"/>
                  </a:lnTo>
                  <a:cubicBezTo>
                    <a:pt x="545592" y="1011174"/>
                    <a:pt x="1171194" y="1682496"/>
                    <a:pt x="2012442" y="1682496"/>
                  </a:cubicBez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DAF0BA4-755D-53A3-C6D9-A485E93E5FC3}"/>
                </a:ext>
              </a:extLst>
            </p:cNvPr>
            <p:cNvSpPr/>
            <p:nvPr/>
          </p:nvSpPr>
          <p:spPr>
            <a:xfrm>
              <a:off x="3969258" y="2022348"/>
              <a:ext cx="2286000" cy="1965960"/>
            </a:xfrm>
            <a:custGeom>
              <a:avLst/>
              <a:gdLst>
                <a:gd name="connsiteX0" fmla="*/ 1588008 w 2286000"/>
                <a:gd name="connsiteY0" fmla="*/ 1875282 h 1965960"/>
                <a:gd name="connsiteX1" fmla="*/ 1363980 w 2286000"/>
                <a:gd name="connsiteY1" fmla="*/ 1658874 h 1965960"/>
                <a:gd name="connsiteX2" fmla="*/ 113538 w 2286000"/>
                <a:gd name="connsiteY2" fmla="*/ 911352 h 1965960"/>
                <a:gd name="connsiteX3" fmla="*/ 0 w 2286000"/>
                <a:gd name="connsiteY3" fmla="*/ 909828 h 1965960"/>
                <a:gd name="connsiteX4" fmla="*/ 0 w 2286000"/>
                <a:gd name="connsiteY4" fmla="*/ 0 h 1965960"/>
                <a:gd name="connsiteX5" fmla="*/ 114300 w 2286000"/>
                <a:gd name="connsiteY5" fmla="*/ 0 h 1965960"/>
                <a:gd name="connsiteX6" fmla="*/ 1248156 w 2286000"/>
                <a:gd name="connsiteY6" fmla="*/ 390144 h 1965960"/>
                <a:gd name="connsiteX7" fmla="*/ 2128266 w 2286000"/>
                <a:gd name="connsiteY7" fmla="*/ 1170432 h 1965960"/>
                <a:gd name="connsiteX8" fmla="*/ 2208276 w 2286000"/>
                <a:gd name="connsiteY8" fmla="*/ 1250442 h 1965960"/>
                <a:gd name="connsiteX9" fmla="*/ 2288286 w 2286000"/>
                <a:gd name="connsiteY9" fmla="*/ 1330452 h 1965960"/>
                <a:gd name="connsiteX10" fmla="*/ 1664208 w 2286000"/>
                <a:gd name="connsiteY10" fmla="*/ 1970532 h 1965960"/>
                <a:gd name="connsiteX11" fmla="*/ 1588008 w 2286000"/>
                <a:gd name="connsiteY11" fmla="*/ 1875282 h 196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6000" h="1965960">
                  <a:moveTo>
                    <a:pt x="1588008" y="1875282"/>
                  </a:moveTo>
                  <a:cubicBezTo>
                    <a:pt x="1514094" y="1806702"/>
                    <a:pt x="1440942" y="1735074"/>
                    <a:pt x="1363980" y="1658874"/>
                  </a:cubicBezTo>
                  <a:cubicBezTo>
                    <a:pt x="992886" y="1293876"/>
                    <a:pt x="609600" y="916686"/>
                    <a:pt x="113538" y="911352"/>
                  </a:cubicBezTo>
                  <a:lnTo>
                    <a:pt x="0" y="909828"/>
                  </a:lnTo>
                  <a:lnTo>
                    <a:pt x="0" y="0"/>
                  </a:lnTo>
                  <a:lnTo>
                    <a:pt x="114300" y="0"/>
                  </a:lnTo>
                  <a:cubicBezTo>
                    <a:pt x="495300" y="0"/>
                    <a:pt x="866394" y="127254"/>
                    <a:pt x="1248156" y="390144"/>
                  </a:cubicBezTo>
                  <a:cubicBezTo>
                    <a:pt x="1574292" y="614172"/>
                    <a:pt x="1868424" y="909828"/>
                    <a:pt x="2128266" y="1170432"/>
                  </a:cubicBezTo>
                  <a:cubicBezTo>
                    <a:pt x="2154936" y="1197102"/>
                    <a:pt x="2181606" y="1223772"/>
                    <a:pt x="2208276" y="1250442"/>
                  </a:cubicBezTo>
                  <a:lnTo>
                    <a:pt x="2288286" y="1330452"/>
                  </a:lnTo>
                  <a:lnTo>
                    <a:pt x="1664208" y="1970532"/>
                  </a:lnTo>
                  <a:lnTo>
                    <a:pt x="1588008" y="1875282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2042F69-D844-8CB2-C465-67A30A972C4E}"/>
                </a:ext>
              </a:extLst>
            </p:cNvPr>
            <p:cNvSpPr/>
            <p:nvPr/>
          </p:nvSpPr>
          <p:spPr>
            <a:xfrm>
              <a:off x="4083558" y="2136648"/>
              <a:ext cx="2011680" cy="1676400"/>
            </a:xfrm>
            <a:custGeom>
              <a:avLst/>
              <a:gdLst>
                <a:gd name="connsiteX0" fmla="*/ 0 w 2011680"/>
                <a:gd name="connsiteY0" fmla="*/ 0 h 1676400"/>
                <a:gd name="connsiteX1" fmla="*/ 0 w 2011680"/>
                <a:gd name="connsiteY1" fmla="*/ 682752 h 1676400"/>
                <a:gd name="connsiteX2" fmla="*/ 1557528 w 2011680"/>
                <a:gd name="connsiteY2" fmla="*/ 1683258 h 1676400"/>
                <a:gd name="connsiteX3" fmla="*/ 1557528 w 2011680"/>
                <a:gd name="connsiteY3" fmla="*/ 1683258 h 1676400"/>
                <a:gd name="connsiteX4" fmla="*/ 1557528 w 2011680"/>
                <a:gd name="connsiteY4" fmla="*/ 1683258 h 1676400"/>
                <a:gd name="connsiteX5" fmla="*/ 2012442 w 2011680"/>
                <a:gd name="connsiteY5" fmla="*/ 1216914 h 1676400"/>
                <a:gd name="connsiteX6" fmla="*/ 0 w 2011680"/>
                <a:gd name="connsiteY6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1680" h="1676400">
                  <a:moveTo>
                    <a:pt x="0" y="0"/>
                  </a:moveTo>
                  <a:lnTo>
                    <a:pt x="0" y="682752"/>
                  </a:lnTo>
                  <a:cubicBezTo>
                    <a:pt x="653034" y="689610"/>
                    <a:pt x="1117092" y="1276350"/>
                    <a:pt x="1557528" y="1683258"/>
                  </a:cubicBezTo>
                  <a:cubicBezTo>
                    <a:pt x="1557528" y="1683258"/>
                    <a:pt x="1557528" y="1683258"/>
                    <a:pt x="1557528" y="1683258"/>
                  </a:cubicBezTo>
                  <a:cubicBezTo>
                    <a:pt x="1557528" y="1683258"/>
                    <a:pt x="1557528" y="1683258"/>
                    <a:pt x="1557528" y="1683258"/>
                  </a:cubicBezTo>
                  <a:lnTo>
                    <a:pt x="2012442" y="1216914"/>
                  </a:lnTo>
                  <a:cubicBezTo>
                    <a:pt x="1466850" y="671322"/>
                    <a:pt x="841248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E51BD36-3E55-632D-F9AF-C5E14DB34486}"/>
                </a:ext>
              </a:extLst>
            </p:cNvPr>
            <p:cNvSpPr/>
            <p:nvPr/>
          </p:nvSpPr>
          <p:spPr>
            <a:xfrm>
              <a:off x="3969258" y="2022348"/>
              <a:ext cx="4251960" cy="3589020"/>
            </a:xfrm>
            <a:custGeom>
              <a:avLst/>
              <a:gdLst>
                <a:gd name="connsiteX0" fmla="*/ 0 w 4251960"/>
                <a:gd name="connsiteY0" fmla="*/ 3594354 h 3589020"/>
                <a:gd name="connsiteX1" fmla="*/ 0 w 4251960"/>
                <a:gd name="connsiteY1" fmla="*/ 2684526 h 3589020"/>
                <a:gd name="connsiteX2" fmla="*/ 113538 w 4251960"/>
                <a:gd name="connsiteY2" fmla="*/ 2683002 h 3589020"/>
                <a:gd name="connsiteX3" fmla="*/ 1363980 w 4251960"/>
                <a:gd name="connsiteY3" fmla="*/ 1935480 h 3589020"/>
                <a:gd name="connsiteX4" fmla="*/ 1592580 w 4251960"/>
                <a:gd name="connsiteY4" fmla="*/ 1715262 h 3589020"/>
                <a:gd name="connsiteX5" fmla="*/ 2045970 w 4251960"/>
                <a:gd name="connsiteY5" fmla="*/ 1250442 h 3589020"/>
                <a:gd name="connsiteX6" fmla="*/ 2125980 w 4251960"/>
                <a:gd name="connsiteY6" fmla="*/ 1170432 h 3589020"/>
                <a:gd name="connsiteX7" fmla="*/ 3006090 w 4251960"/>
                <a:gd name="connsiteY7" fmla="*/ 390144 h 3589020"/>
                <a:gd name="connsiteX8" fmla="*/ 4139946 w 4251960"/>
                <a:gd name="connsiteY8" fmla="*/ 0 h 3589020"/>
                <a:gd name="connsiteX9" fmla="*/ 4254246 w 4251960"/>
                <a:gd name="connsiteY9" fmla="*/ 0 h 3589020"/>
                <a:gd name="connsiteX10" fmla="*/ 4254246 w 4251960"/>
                <a:gd name="connsiteY10" fmla="*/ 909828 h 3589020"/>
                <a:gd name="connsiteX11" fmla="*/ 4140708 w 4251960"/>
                <a:gd name="connsiteY11" fmla="*/ 911352 h 3589020"/>
                <a:gd name="connsiteX12" fmla="*/ 2890266 w 4251960"/>
                <a:gd name="connsiteY12" fmla="*/ 1658874 h 3589020"/>
                <a:gd name="connsiteX13" fmla="*/ 2662428 w 4251960"/>
                <a:gd name="connsiteY13" fmla="*/ 1878330 h 3589020"/>
                <a:gd name="connsiteX14" fmla="*/ 2207514 w 4251960"/>
                <a:gd name="connsiteY14" fmla="*/ 2343912 h 3589020"/>
                <a:gd name="connsiteX15" fmla="*/ 2127504 w 4251960"/>
                <a:gd name="connsiteY15" fmla="*/ 2423922 h 3589020"/>
                <a:gd name="connsiteX16" fmla="*/ 1247394 w 4251960"/>
                <a:gd name="connsiteY16" fmla="*/ 3204210 h 3589020"/>
                <a:gd name="connsiteX17" fmla="*/ 113538 w 4251960"/>
                <a:gd name="connsiteY17" fmla="*/ 3594354 h 3589020"/>
                <a:gd name="connsiteX18" fmla="*/ 0 w 4251960"/>
                <a:gd name="connsiteY18" fmla="*/ 3594354 h 358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251960" h="3589020">
                  <a:moveTo>
                    <a:pt x="0" y="3594354"/>
                  </a:moveTo>
                  <a:lnTo>
                    <a:pt x="0" y="2684526"/>
                  </a:lnTo>
                  <a:lnTo>
                    <a:pt x="113538" y="2683002"/>
                  </a:lnTo>
                  <a:cubicBezTo>
                    <a:pt x="609600" y="2677668"/>
                    <a:pt x="992886" y="2300478"/>
                    <a:pt x="1363980" y="1935480"/>
                  </a:cubicBezTo>
                  <a:cubicBezTo>
                    <a:pt x="1442466" y="1858518"/>
                    <a:pt x="1517142" y="1785366"/>
                    <a:pt x="1592580" y="1715262"/>
                  </a:cubicBezTo>
                  <a:lnTo>
                    <a:pt x="2045970" y="1250442"/>
                  </a:lnTo>
                  <a:cubicBezTo>
                    <a:pt x="2072640" y="1223772"/>
                    <a:pt x="2099310" y="1197102"/>
                    <a:pt x="2125980" y="1170432"/>
                  </a:cubicBezTo>
                  <a:cubicBezTo>
                    <a:pt x="2385822" y="909828"/>
                    <a:pt x="2679954" y="614172"/>
                    <a:pt x="3006090" y="390144"/>
                  </a:cubicBezTo>
                  <a:cubicBezTo>
                    <a:pt x="3387852" y="128016"/>
                    <a:pt x="3758946" y="0"/>
                    <a:pt x="4139946" y="0"/>
                  </a:cubicBezTo>
                  <a:lnTo>
                    <a:pt x="4254246" y="0"/>
                  </a:lnTo>
                  <a:lnTo>
                    <a:pt x="4254246" y="909828"/>
                  </a:lnTo>
                  <a:lnTo>
                    <a:pt x="4140708" y="911352"/>
                  </a:lnTo>
                  <a:cubicBezTo>
                    <a:pt x="3644646" y="916686"/>
                    <a:pt x="3261360" y="1293876"/>
                    <a:pt x="2890266" y="1658874"/>
                  </a:cubicBezTo>
                  <a:cubicBezTo>
                    <a:pt x="2811780" y="1735836"/>
                    <a:pt x="2737866" y="1808988"/>
                    <a:pt x="2662428" y="1878330"/>
                  </a:cubicBezTo>
                  <a:lnTo>
                    <a:pt x="2207514" y="2343912"/>
                  </a:lnTo>
                  <a:cubicBezTo>
                    <a:pt x="2180844" y="2370582"/>
                    <a:pt x="2154174" y="2397252"/>
                    <a:pt x="2127504" y="2423922"/>
                  </a:cubicBezTo>
                  <a:cubicBezTo>
                    <a:pt x="1867662" y="2684526"/>
                    <a:pt x="1573530" y="2980182"/>
                    <a:pt x="1247394" y="3204210"/>
                  </a:cubicBezTo>
                  <a:cubicBezTo>
                    <a:pt x="865632" y="3466338"/>
                    <a:pt x="494538" y="3594354"/>
                    <a:pt x="113538" y="3594354"/>
                  </a:cubicBezTo>
                  <a:lnTo>
                    <a:pt x="0" y="3594354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B96A36A-18F1-8855-AD16-ED69011E2766}"/>
                </a:ext>
              </a:extLst>
            </p:cNvPr>
            <p:cNvSpPr/>
            <p:nvPr/>
          </p:nvSpPr>
          <p:spPr>
            <a:xfrm>
              <a:off x="4117661" y="2136648"/>
              <a:ext cx="4023360" cy="3360420"/>
            </a:xfrm>
            <a:custGeom>
              <a:avLst/>
              <a:gdLst>
                <a:gd name="connsiteX0" fmla="*/ 4024884 w 4023360"/>
                <a:gd name="connsiteY0" fmla="*/ 0 h 3360420"/>
                <a:gd name="connsiteX1" fmla="*/ 2012442 w 4023360"/>
                <a:gd name="connsiteY1" fmla="*/ 1216152 h 3360420"/>
                <a:gd name="connsiteX2" fmla="*/ 1557528 w 4023360"/>
                <a:gd name="connsiteY2" fmla="*/ 1682496 h 3360420"/>
                <a:gd name="connsiteX3" fmla="*/ 0 w 4023360"/>
                <a:gd name="connsiteY3" fmla="*/ 2683002 h 3360420"/>
                <a:gd name="connsiteX4" fmla="*/ 0 w 4023360"/>
                <a:gd name="connsiteY4" fmla="*/ 3364992 h 3360420"/>
                <a:gd name="connsiteX5" fmla="*/ 2012442 w 4023360"/>
                <a:gd name="connsiteY5" fmla="*/ 2148840 h 3360420"/>
                <a:gd name="connsiteX6" fmla="*/ 2467356 w 4023360"/>
                <a:gd name="connsiteY6" fmla="*/ 1682496 h 3360420"/>
                <a:gd name="connsiteX7" fmla="*/ 2467356 w 4023360"/>
                <a:gd name="connsiteY7" fmla="*/ 1682496 h 3360420"/>
                <a:gd name="connsiteX8" fmla="*/ 4024884 w 4023360"/>
                <a:gd name="connsiteY8" fmla="*/ 681990 h 3360420"/>
                <a:gd name="connsiteX9" fmla="*/ 4024884 w 4023360"/>
                <a:gd name="connsiteY9" fmla="*/ 0 h 336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3360" h="3360420">
                  <a:moveTo>
                    <a:pt x="4024884" y="0"/>
                  </a:moveTo>
                  <a:cubicBezTo>
                    <a:pt x="3183636" y="0"/>
                    <a:pt x="2558034" y="670560"/>
                    <a:pt x="2012442" y="1216152"/>
                  </a:cubicBezTo>
                  <a:lnTo>
                    <a:pt x="1557528" y="1682496"/>
                  </a:lnTo>
                  <a:cubicBezTo>
                    <a:pt x="1117092" y="2089404"/>
                    <a:pt x="653034" y="2676144"/>
                    <a:pt x="0" y="2683002"/>
                  </a:cubicBezTo>
                  <a:lnTo>
                    <a:pt x="0" y="3364992"/>
                  </a:lnTo>
                  <a:cubicBezTo>
                    <a:pt x="841248" y="3364992"/>
                    <a:pt x="1466850" y="2694432"/>
                    <a:pt x="2012442" y="2148840"/>
                  </a:cubicBezTo>
                  <a:lnTo>
                    <a:pt x="2467356" y="1682496"/>
                  </a:lnTo>
                  <a:cubicBezTo>
                    <a:pt x="2467356" y="1682496"/>
                    <a:pt x="2467356" y="1682496"/>
                    <a:pt x="2467356" y="1682496"/>
                  </a:cubicBezTo>
                  <a:cubicBezTo>
                    <a:pt x="2907792" y="1275588"/>
                    <a:pt x="3371850" y="688848"/>
                    <a:pt x="4024884" y="681990"/>
                  </a:cubicBezTo>
                  <a:lnTo>
                    <a:pt x="4024884" y="0"/>
                  </a:lnTo>
                  <a:close/>
                </a:path>
              </a:pathLst>
            </a:custGeom>
            <a:solidFill>
              <a:schemeClr val="accent3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E7AD376-4D7E-99E3-DF02-03F9D732E07D}"/>
                </a:ext>
              </a:extLst>
            </p:cNvPr>
            <p:cNvSpPr/>
            <p:nvPr/>
          </p:nvSpPr>
          <p:spPr>
            <a:xfrm>
              <a:off x="7994142" y="2022348"/>
              <a:ext cx="1950720" cy="1905000"/>
            </a:xfrm>
            <a:custGeom>
              <a:avLst/>
              <a:gdLst>
                <a:gd name="connsiteX0" fmla="*/ 1011936 w 1950720"/>
                <a:gd name="connsiteY0" fmla="*/ 1911858 h 1905000"/>
                <a:gd name="connsiteX1" fmla="*/ 1011936 w 1950720"/>
                <a:gd name="connsiteY1" fmla="*/ 1797558 h 1905000"/>
                <a:gd name="connsiteX2" fmla="*/ 757428 w 1950720"/>
                <a:gd name="connsiteY2" fmla="*/ 1176528 h 1905000"/>
                <a:gd name="connsiteX3" fmla="*/ 125730 w 1950720"/>
                <a:gd name="connsiteY3" fmla="*/ 911352 h 1905000"/>
                <a:gd name="connsiteX4" fmla="*/ 121158 w 1950720"/>
                <a:gd name="connsiteY4" fmla="*/ 911352 h 1905000"/>
                <a:gd name="connsiteX5" fmla="*/ 115825 w 1950720"/>
                <a:gd name="connsiteY5" fmla="*/ 911352 h 1905000"/>
                <a:gd name="connsiteX6" fmla="*/ 0 w 1950720"/>
                <a:gd name="connsiteY6" fmla="*/ 912876 h 1905000"/>
                <a:gd name="connsiteX7" fmla="*/ 0 w 1950720"/>
                <a:gd name="connsiteY7" fmla="*/ 0 h 1905000"/>
                <a:gd name="connsiteX8" fmla="*/ 114300 w 1950720"/>
                <a:gd name="connsiteY8" fmla="*/ 0 h 1905000"/>
                <a:gd name="connsiteX9" fmla="*/ 1434846 w 1950720"/>
                <a:gd name="connsiteY9" fmla="*/ 537972 h 1905000"/>
                <a:gd name="connsiteX10" fmla="*/ 1818895 w 1950720"/>
                <a:gd name="connsiteY10" fmla="*/ 1110996 h 1905000"/>
                <a:gd name="connsiteX11" fmla="*/ 1956816 w 1950720"/>
                <a:gd name="connsiteY11" fmla="*/ 1796796 h 1905000"/>
                <a:gd name="connsiteX12" fmla="*/ 1956816 w 1950720"/>
                <a:gd name="connsiteY12" fmla="*/ 1911096 h 1905000"/>
                <a:gd name="connsiteX13" fmla="*/ 1842516 w 1950720"/>
                <a:gd name="connsiteY13" fmla="*/ 1911096 h 1905000"/>
                <a:gd name="connsiteX14" fmla="*/ 1011936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1011936" y="1911858"/>
                  </a:moveTo>
                  <a:lnTo>
                    <a:pt x="1011936" y="1797558"/>
                  </a:lnTo>
                  <a:cubicBezTo>
                    <a:pt x="1011936" y="1565148"/>
                    <a:pt x="921258" y="1344930"/>
                    <a:pt x="757428" y="1176528"/>
                  </a:cubicBezTo>
                  <a:cubicBezTo>
                    <a:pt x="590550" y="1005078"/>
                    <a:pt x="365760" y="911352"/>
                    <a:pt x="125730" y="911352"/>
                  </a:cubicBezTo>
                  <a:cubicBezTo>
                    <a:pt x="124206" y="911352"/>
                    <a:pt x="122682" y="911352"/>
                    <a:pt x="121158" y="911352"/>
                  </a:cubicBezTo>
                  <a:lnTo>
                    <a:pt x="115825" y="911352"/>
                  </a:lnTo>
                  <a:lnTo>
                    <a:pt x="0" y="912876"/>
                  </a:lnTo>
                  <a:lnTo>
                    <a:pt x="0" y="0"/>
                  </a:lnTo>
                  <a:lnTo>
                    <a:pt x="114300" y="0"/>
                  </a:lnTo>
                  <a:cubicBezTo>
                    <a:pt x="620268" y="0"/>
                    <a:pt x="1088898" y="191262"/>
                    <a:pt x="1434846" y="537972"/>
                  </a:cubicBezTo>
                  <a:cubicBezTo>
                    <a:pt x="1599438" y="703326"/>
                    <a:pt x="1728978" y="896112"/>
                    <a:pt x="1818895" y="1110996"/>
                  </a:cubicBezTo>
                  <a:cubicBezTo>
                    <a:pt x="1910335" y="1329690"/>
                    <a:pt x="1956816" y="1560576"/>
                    <a:pt x="1956816" y="1796796"/>
                  </a:cubicBezTo>
                  <a:lnTo>
                    <a:pt x="1956816" y="1911096"/>
                  </a:lnTo>
                  <a:lnTo>
                    <a:pt x="1842516" y="1911096"/>
                  </a:lnTo>
                  <a:lnTo>
                    <a:pt x="1011936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8A3E3CF-C216-2F4E-CDD2-5F917D14A54E}"/>
                </a:ext>
              </a:extLst>
            </p:cNvPr>
            <p:cNvSpPr/>
            <p:nvPr/>
          </p:nvSpPr>
          <p:spPr>
            <a:xfrm>
              <a:off x="8108442" y="2136648"/>
              <a:ext cx="1722120" cy="1676400"/>
            </a:xfrm>
            <a:custGeom>
              <a:avLst/>
              <a:gdLst>
                <a:gd name="connsiteX0" fmla="*/ 1728216 w 1722120"/>
                <a:gd name="connsiteY0" fmla="*/ 1682496 h 1676400"/>
                <a:gd name="connsiteX1" fmla="*/ 0 w 1722120"/>
                <a:gd name="connsiteY1" fmla="*/ 0 h 1676400"/>
                <a:gd name="connsiteX2" fmla="*/ 0 w 1722120"/>
                <a:gd name="connsiteY2" fmla="*/ 682752 h 1676400"/>
                <a:gd name="connsiteX3" fmla="*/ 11430 w 1722120"/>
                <a:gd name="connsiteY3" fmla="*/ 682752 h 1676400"/>
                <a:gd name="connsiteX4" fmla="*/ 1011936 w 1722120"/>
                <a:gd name="connsiteY4" fmla="*/ 1683258 h 1676400"/>
                <a:gd name="connsiteX5" fmla="*/ 1011936 w 1722120"/>
                <a:gd name="connsiteY5" fmla="*/ 1683258 h 1676400"/>
                <a:gd name="connsiteX6" fmla="*/ 1728216 w 1722120"/>
                <a:gd name="connsiteY6" fmla="*/ 1682496 h 1676400"/>
                <a:gd name="connsiteX7" fmla="*/ 1728216 w 1722120"/>
                <a:gd name="connsiteY7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1728216" y="1682496"/>
                  </a:moveTo>
                  <a:cubicBezTo>
                    <a:pt x="1728216" y="784098"/>
                    <a:pt x="1000506" y="0"/>
                    <a:pt x="0" y="0"/>
                  </a:cubicBezTo>
                  <a:lnTo>
                    <a:pt x="0" y="682752"/>
                  </a:lnTo>
                  <a:cubicBezTo>
                    <a:pt x="3810" y="682752"/>
                    <a:pt x="7620" y="682752"/>
                    <a:pt x="11430" y="682752"/>
                  </a:cubicBezTo>
                  <a:cubicBezTo>
                    <a:pt x="579882" y="682752"/>
                    <a:pt x="1011936" y="1149096"/>
                    <a:pt x="1011936" y="1683258"/>
                  </a:cubicBezTo>
                  <a:cubicBezTo>
                    <a:pt x="1011936" y="1683258"/>
                    <a:pt x="1011936" y="1683258"/>
                    <a:pt x="1011936" y="1683258"/>
                  </a:cubicBezTo>
                  <a:lnTo>
                    <a:pt x="1728216" y="1682496"/>
                  </a:lnTo>
                  <a:cubicBezTo>
                    <a:pt x="1728216" y="1682496"/>
                    <a:pt x="1728216" y="1682496"/>
                    <a:pt x="1728216" y="1682496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98C8EE1-73F8-F073-E88E-E48B2D420341}"/>
                </a:ext>
              </a:extLst>
            </p:cNvPr>
            <p:cNvSpPr/>
            <p:nvPr/>
          </p:nvSpPr>
          <p:spPr>
            <a:xfrm>
              <a:off x="7994142" y="3705606"/>
              <a:ext cx="1950720" cy="1905000"/>
            </a:xfrm>
            <a:custGeom>
              <a:avLst/>
              <a:gdLst>
                <a:gd name="connsiteX0" fmla="*/ 0 w 1950720"/>
                <a:gd name="connsiteY0" fmla="*/ 1911096 h 1905000"/>
                <a:gd name="connsiteX1" fmla="*/ 0 w 1950720"/>
                <a:gd name="connsiteY1" fmla="*/ 998982 h 1905000"/>
                <a:gd name="connsiteX2" fmla="*/ 115825 w 1950720"/>
                <a:gd name="connsiteY2" fmla="*/ 1000506 h 1905000"/>
                <a:gd name="connsiteX3" fmla="*/ 121158 w 1950720"/>
                <a:gd name="connsiteY3" fmla="*/ 1000506 h 1905000"/>
                <a:gd name="connsiteX4" fmla="*/ 125730 w 1950720"/>
                <a:gd name="connsiteY4" fmla="*/ 1000506 h 1905000"/>
                <a:gd name="connsiteX5" fmla="*/ 757428 w 1950720"/>
                <a:gd name="connsiteY5" fmla="*/ 735330 h 1905000"/>
                <a:gd name="connsiteX6" fmla="*/ 1011936 w 1950720"/>
                <a:gd name="connsiteY6" fmla="*/ 114300 h 1905000"/>
                <a:gd name="connsiteX7" fmla="*/ 1011936 w 1950720"/>
                <a:gd name="connsiteY7" fmla="*/ 0 h 1905000"/>
                <a:gd name="connsiteX8" fmla="*/ 1126236 w 1950720"/>
                <a:gd name="connsiteY8" fmla="*/ 0 h 1905000"/>
                <a:gd name="connsiteX9" fmla="*/ 1956816 w 1950720"/>
                <a:gd name="connsiteY9" fmla="*/ 0 h 1905000"/>
                <a:gd name="connsiteX10" fmla="*/ 1956816 w 1950720"/>
                <a:gd name="connsiteY10" fmla="*/ 114300 h 1905000"/>
                <a:gd name="connsiteX11" fmla="*/ 1818895 w 1950720"/>
                <a:gd name="connsiteY11" fmla="*/ 800100 h 1905000"/>
                <a:gd name="connsiteX12" fmla="*/ 1434846 w 1950720"/>
                <a:gd name="connsiteY12" fmla="*/ 1373124 h 1905000"/>
                <a:gd name="connsiteX13" fmla="*/ 114300 w 1950720"/>
                <a:gd name="connsiteY13" fmla="*/ 1911096 h 1905000"/>
                <a:gd name="connsiteX14" fmla="*/ 0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0" y="1911096"/>
                  </a:moveTo>
                  <a:lnTo>
                    <a:pt x="0" y="998982"/>
                  </a:lnTo>
                  <a:lnTo>
                    <a:pt x="115825" y="1000506"/>
                  </a:lnTo>
                  <a:lnTo>
                    <a:pt x="121158" y="1000506"/>
                  </a:lnTo>
                  <a:cubicBezTo>
                    <a:pt x="122682" y="1000506"/>
                    <a:pt x="124206" y="1000506"/>
                    <a:pt x="125730" y="1000506"/>
                  </a:cubicBezTo>
                  <a:cubicBezTo>
                    <a:pt x="365760" y="1000506"/>
                    <a:pt x="589788" y="906018"/>
                    <a:pt x="757428" y="735330"/>
                  </a:cubicBezTo>
                  <a:cubicBezTo>
                    <a:pt x="921258" y="566928"/>
                    <a:pt x="1011936" y="346710"/>
                    <a:pt x="1011936" y="114300"/>
                  </a:cubicBezTo>
                  <a:lnTo>
                    <a:pt x="1011936" y="0"/>
                  </a:lnTo>
                  <a:lnTo>
                    <a:pt x="1126236" y="0"/>
                  </a:lnTo>
                  <a:lnTo>
                    <a:pt x="1956816" y="0"/>
                  </a:lnTo>
                  <a:lnTo>
                    <a:pt x="1956816" y="114300"/>
                  </a:lnTo>
                  <a:cubicBezTo>
                    <a:pt x="1956816" y="351282"/>
                    <a:pt x="1910335" y="582168"/>
                    <a:pt x="1818895" y="800100"/>
                  </a:cubicBezTo>
                  <a:cubicBezTo>
                    <a:pt x="1728978" y="1014984"/>
                    <a:pt x="1599438" y="1207008"/>
                    <a:pt x="1434846" y="1373124"/>
                  </a:cubicBezTo>
                  <a:cubicBezTo>
                    <a:pt x="1089660" y="1719834"/>
                    <a:pt x="620268" y="1911096"/>
                    <a:pt x="114300" y="1911096"/>
                  </a:cubicBezTo>
                  <a:lnTo>
                    <a:pt x="0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C303183-4A93-6489-E13C-9B4C149B7186}"/>
                </a:ext>
              </a:extLst>
            </p:cNvPr>
            <p:cNvSpPr/>
            <p:nvPr/>
          </p:nvSpPr>
          <p:spPr>
            <a:xfrm>
              <a:off x="8108442" y="3819144"/>
              <a:ext cx="1722120" cy="1676400"/>
            </a:xfrm>
            <a:custGeom>
              <a:avLst/>
              <a:gdLst>
                <a:gd name="connsiteX0" fmla="*/ 1011936 w 1722120"/>
                <a:gd name="connsiteY0" fmla="*/ 0 h 1676400"/>
                <a:gd name="connsiteX1" fmla="*/ 1011936 w 1722120"/>
                <a:gd name="connsiteY1" fmla="*/ 0 h 1676400"/>
                <a:gd name="connsiteX2" fmla="*/ 11430 w 1722120"/>
                <a:gd name="connsiteY2" fmla="*/ 1000506 h 1676400"/>
                <a:gd name="connsiteX3" fmla="*/ 0 w 1722120"/>
                <a:gd name="connsiteY3" fmla="*/ 1000506 h 1676400"/>
                <a:gd name="connsiteX4" fmla="*/ 0 w 1722120"/>
                <a:gd name="connsiteY4" fmla="*/ 1682496 h 1676400"/>
                <a:gd name="connsiteX5" fmla="*/ 1728216 w 1722120"/>
                <a:gd name="connsiteY5" fmla="*/ 0 h 1676400"/>
                <a:gd name="connsiteX6" fmla="*/ 1728216 w 1722120"/>
                <a:gd name="connsiteY6" fmla="*/ 0 h 1676400"/>
                <a:gd name="connsiteX7" fmla="*/ 1011936 w 1722120"/>
                <a:gd name="connsiteY7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1011936" y="0"/>
                  </a:moveTo>
                  <a:cubicBezTo>
                    <a:pt x="1011936" y="762"/>
                    <a:pt x="1011936" y="762"/>
                    <a:pt x="1011936" y="0"/>
                  </a:cubicBezTo>
                  <a:cubicBezTo>
                    <a:pt x="1011936" y="534162"/>
                    <a:pt x="579882" y="1000506"/>
                    <a:pt x="11430" y="1000506"/>
                  </a:cubicBezTo>
                  <a:cubicBezTo>
                    <a:pt x="7620" y="1000506"/>
                    <a:pt x="3810" y="1000506"/>
                    <a:pt x="0" y="1000506"/>
                  </a:cubicBezTo>
                  <a:lnTo>
                    <a:pt x="0" y="1682496"/>
                  </a:lnTo>
                  <a:cubicBezTo>
                    <a:pt x="1000506" y="1682496"/>
                    <a:pt x="1728216" y="898398"/>
                    <a:pt x="1728216" y="0"/>
                  </a:cubicBezTo>
                  <a:cubicBezTo>
                    <a:pt x="1728216" y="0"/>
                    <a:pt x="1728216" y="0"/>
                    <a:pt x="1728216" y="0"/>
                  </a:cubicBezTo>
                  <a:lnTo>
                    <a:pt x="1011936" y="0"/>
                  </a:ln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5F17665-E8A4-6E6F-B68F-DE9312F5C95B}"/>
              </a:ext>
            </a:extLst>
          </p:cNvPr>
          <p:cNvSpPr txBox="1"/>
          <p:nvPr/>
        </p:nvSpPr>
        <p:spPr>
          <a:xfrm>
            <a:off x="269691" y="2066607"/>
            <a:ext cx="36815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4500" b="1" dirty="0">
                <a:solidFill>
                  <a:prstClr val="white"/>
                </a:solidFill>
                <a:latin typeface="Lucida Fax" panose="02060602050505020204" pitchFamily="18" charset="0"/>
                <a:ea typeface="Cambria" panose="02040503050406030204" pitchFamily="18" charset="0"/>
              </a:rPr>
              <a:t>ARDU-8051</a:t>
            </a:r>
            <a:endParaRPr lang="en-US" sz="4050" dirty="0">
              <a:solidFill>
                <a:prstClr val="white"/>
              </a:solidFill>
              <a:latin typeface="Lucida Fax" panose="0206060205050502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3A416-0362-CB92-8BB8-1DC1E639F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65" y="3004671"/>
            <a:ext cx="3192475" cy="2692230"/>
          </a:xfrm>
          <a:prstGeom prst="rect">
            <a:avLst/>
          </a:prstGeom>
          <a:effectLst>
            <a:softEdge rad="495300"/>
          </a:effectLst>
        </p:spPr>
      </p:pic>
    </p:spTree>
    <p:extLst>
      <p:ext uri="{BB962C8B-B14F-4D97-AF65-F5344CB8AC3E}">
        <p14:creationId xmlns:p14="http://schemas.microsoft.com/office/powerpoint/2010/main" val="4003314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AFEE-94D5-08B9-7BF0-909436CB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563;p37">
            <a:extLst>
              <a:ext uri="{FF2B5EF4-FFF2-40B4-BE49-F238E27FC236}">
                <a16:creationId xmlns:a16="http://schemas.microsoft.com/office/drawing/2014/main" id="{50A1DF81-0485-9A43-1A58-3ADAAE706E64}"/>
              </a:ext>
            </a:extLst>
          </p:cNvPr>
          <p:cNvGrpSpPr/>
          <p:nvPr/>
        </p:nvGrpSpPr>
        <p:grpSpPr>
          <a:xfrm rot="20496212">
            <a:off x="6219886" y="1613922"/>
            <a:ext cx="332282" cy="1412404"/>
            <a:chOff x="6384212" y="1019224"/>
            <a:chExt cx="343638" cy="1460674"/>
          </a:xfrm>
        </p:grpSpPr>
        <p:sp>
          <p:nvSpPr>
            <p:cNvPr id="5" name="Google Shape;564;p37">
              <a:extLst>
                <a:ext uri="{FF2B5EF4-FFF2-40B4-BE49-F238E27FC236}">
                  <a16:creationId xmlns:a16="http://schemas.microsoft.com/office/drawing/2014/main" id="{D4A44960-BEBD-0219-B25F-2887F7A1A4F4}"/>
                </a:ext>
              </a:extLst>
            </p:cNvPr>
            <p:cNvSpPr/>
            <p:nvPr/>
          </p:nvSpPr>
          <p:spPr>
            <a:xfrm>
              <a:off x="6384212" y="1339887"/>
              <a:ext cx="299424" cy="1140012"/>
            </a:xfrm>
            <a:custGeom>
              <a:avLst/>
              <a:gdLst/>
              <a:ahLst/>
              <a:cxnLst/>
              <a:rect l="l" t="t" r="r" b="b"/>
              <a:pathLst>
                <a:path w="12391" h="36998" fill="none" extrusionOk="0">
                  <a:moveTo>
                    <a:pt x="0" y="36998"/>
                  </a:moveTo>
                  <a:lnTo>
                    <a:pt x="0" y="0"/>
                  </a:lnTo>
                  <a:lnTo>
                    <a:pt x="12391" y="0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6" name="Google Shape;565;p37">
              <a:extLst>
                <a:ext uri="{FF2B5EF4-FFF2-40B4-BE49-F238E27FC236}">
                  <a16:creationId xmlns:a16="http://schemas.microsoft.com/office/drawing/2014/main" id="{8E70D290-4E75-9206-5EF6-2FB9EE333782}"/>
                </a:ext>
              </a:extLst>
            </p:cNvPr>
            <p:cNvSpPr/>
            <p:nvPr/>
          </p:nvSpPr>
          <p:spPr>
            <a:xfrm flipH="1">
              <a:off x="6690725" y="1019224"/>
              <a:ext cx="37125" cy="625117"/>
            </a:xfrm>
            <a:custGeom>
              <a:avLst/>
              <a:gdLst/>
              <a:ahLst/>
              <a:cxnLst/>
              <a:rect l="l" t="t" r="r" b="b"/>
              <a:pathLst>
                <a:path w="1" h="21030" fill="none" extrusionOk="0">
                  <a:moveTo>
                    <a:pt x="1" y="21030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7" name="Google Shape;566;p37">
            <a:extLst>
              <a:ext uri="{FF2B5EF4-FFF2-40B4-BE49-F238E27FC236}">
                <a16:creationId xmlns:a16="http://schemas.microsoft.com/office/drawing/2014/main" id="{B2B01B57-5300-513D-7BDC-737572609C1C}"/>
              </a:ext>
            </a:extLst>
          </p:cNvPr>
          <p:cNvGrpSpPr/>
          <p:nvPr/>
        </p:nvGrpSpPr>
        <p:grpSpPr>
          <a:xfrm rot="20496212">
            <a:off x="2345197" y="1615298"/>
            <a:ext cx="275725" cy="1323954"/>
            <a:chOff x="2377102" y="1020648"/>
            <a:chExt cx="285148" cy="1369202"/>
          </a:xfrm>
        </p:grpSpPr>
        <p:sp>
          <p:nvSpPr>
            <p:cNvPr id="8" name="Google Shape;567;p37">
              <a:extLst>
                <a:ext uri="{FF2B5EF4-FFF2-40B4-BE49-F238E27FC236}">
                  <a16:creationId xmlns:a16="http://schemas.microsoft.com/office/drawing/2014/main" id="{2D029406-758C-7B3A-CB44-092200839E78}"/>
                </a:ext>
              </a:extLst>
            </p:cNvPr>
            <p:cNvSpPr/>
            <p:nvPr/>
          </p:nvSpPr>
          <p:spPr>
            <a:xfrm flipH="1">
              <a:off x="2377102" y="1265625"/>
              <a:ext cx="285148" cy="1124225"/>
            </a:xfrm>
            <a:custGeom>
              <a:avLst/>
              <a:gdLst/>
              <a:ahLst/>
              <a:cxnLst/>
              <a:rect l="l" t="t" r="r" b="b"/>
              <a:pathLst>
                <a:path w="12391" h="37042" fill="none" extrusionOk="0">
                  <a:moveTo>
                    <a:pt x="0" y="37042"/>
                  </a:moveTo>
                  <a:lnTo>
                    <a:pt x="0" y="1"/>
                  </a:lnTo>
                  <a:lnTo>
                    <a:pt x="12391" y="1"/>
                  </a:ln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9" name="Google Shape;568;p37">
              <a:extLst>
                <a:ext uri="{FF2B5EF4-FFF2-40B4-BE49-F238E27FC236}">
                  <a16:creationId xmlns:a16="http://schemas.microsoft.com/office/drawing/2014/main" id="{E4E9AC1F-CB66-7A56-A7C0-42B44D0EFA4F}"/>
                </a:ext>
              </a:extLst>
            </p:cNvPr>
            <p:cNvSpPr/>
            <p:nvPr/>
          </p:nvSpPr>
          <p:spPr>
            <a:xfrm flipH="1">
              <a:off x="2377475" y="1020648"/>
              <a:ext cx="78925" cy="625117"/>
            </a:xfrm>
            <a:custGeom>
              <a:avLst/>
              <a:gdLst/>
              <a:ahLst/>
              <a:cxnLst/>
              <a:rect l="l" t="t" r="r" b="b"/>
              <a:pathLst>
                <a:path w="1" h="21030" fill="none" extrusionOk="0">
                  <a:moveTo>
                    <a:pt x="1" y="21029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0" name="Google Shape;569;p37">
            <a:extLst>
              <a:ext uri="{FF2B5EF4-FFF2-40B4-BE49-F238E27FC236}">
                <a16:creationId xmlns:a16="http://schemas.microsoft.com/office/drawing/2014/main" id="{5B6940ED-B8F1-EAFB-69DA-808F133AC523}"/>
              </a:ext>
            </a:extLst>
          </p:cNvPr>
          <p:cNvGrpSpPr/>
          <p:nvPr/>
        </p:nvGrpSpPr>
        <p:grpSpPr>
          <a:xfrm rot="20496212">
            <a:off x="2346180" y="3367469"/>
            <a:ext cx="275733" cy="1829082"/>
            <a:chOff x="2378118" y="2832700"/>
            <a:chExt cx="285157" cy="1891593"/>
          </a:xfrm>
        </p:grpSpPr>
        <p:sp>
          <p:nvSpPr>
            <p:cNvPr id="11" name="Google Shape;570;p37">
              <a:extLst>
                <a:ext uri="{FF2B5EF4-FFF2-40B4-BE49-F238E27FC236}">
                  <a16:creationId xmlns:a16="http://schemas.microsoft.com/office/drawing/2014/main" id="{E6B443F9-5E00-CD59-C361-C87AAA9C8585}"/>
                </a:ext>
              </a:extLst>
            </p:cNvPr>
            <p:cNvSpPr/>
            <p:nvPr/>
          </p:nvSpPr>
          <p:spPr>
            <a:xfrm flipH="1">
              <a:off x="2378140" y="2832700"/>
              <a:ext cx="285135" cy="1536872"/>
            </a:xfrm>
            <a:custGeom>
              <a:avLst/>
              <a:gdLst/>
              <a:ahLst/>
              <a:cxnLst/>
              <a:rect l="l" t="t" r="r" b="b"/>
              <a:pathLst>
                <a:path w="12435" h="58028" fill="none" extrusionOk="0">
                  <a:moveTo>
                    <a:pt x="0" y="1"/>
                  </a:moveTo>
                  <a:lnTo>
                    <a:pt x="0" y="58027"/>
                  </a:lnTo>
                  <a:lnTo>
                    <a:pt x="12434" y="58027"/>
                  </a:lnTo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2" name="Google Shape;571;p37">
              <a:extLst>
                <a:ext uri="{FF2B5EF4-FFF2-40B4-BE49-F238E27FC236}">
                  <a16:creationId xmlns:a16="http://schemas.microsoft.com/office/drawing/2014/main" id="{2818B17B-58D1-400C-261F-0698F711F410}"/>
                </a:ext>
              </a:extLst>
            </p:cNvPr>
            <p:cNvSpPr/>
            <p:nvPr/>
          </p:nvSpPr>
          <p:spPr>
            <a:xfrm flipH="1">
              <a:off x="2378118" y="4128827"/>
              <a:ext cx="37121" cy="595466"/>
            </a:xfrm>
            <a:custGeom>
              <a:avLst/>
              <a:gdLst/>
              <a:ahLst/>
              <a:cxnLst/>
              <a:rect l="l" t="t" r="r" b="b"/>
              <a:pathLst>
                <a:path w="1" h="21030" fill="none" extrusionOk="0">
                  <a:moveTo>
                    <a:pt x="1" y="0"/>
                  </a:moveTo>
                  <a:lnTo>
                    <a:pt x="1" y="21030"/>
                  </a:lnTo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3" name="Google Shape;572;p37">
            <a:extLst>
              <a:ext uri="{FF2B5EF4-FFF2-40B4-BE49-F238E27FC236}">
                <a16:creationId xmlns:a16="http://schemas.microsoft.com/office/drawing/2014/main" id="{6BA45BB2-63FD-9E51-D62E-3BE6768B22D6}"/>
              </a:ext>
            </a:extLst>
          </p:cNvPr>
          <p:cNvGrpSpPr/>
          <p:nvPr/>
        </p:nvGrpSpPr>
        <p:grpSpPr>
          <a:xfrm rot="20496212">
            <a:off x="6112737" y="4033869"/>
            <a:ext cx="448835" cy="1162689"/>
            <a:chOff x="6273400" y="3521875"/>
            <a:chExt cx="464175" cy="1202425"/>
          </a:xfrm>
        </p:grpSpPr>
        <p:sp>
          <p:nvSpPr>
            <p:cNvPr id="14" name="Google Shape;573;p37">
              <a:extLst>
                <a:ext uri="{FF2B5EF4-FFF2-40B4-BE49-F238E27FC236}">
                  <a16:creationId xmlns:a16="http://schemas.microsoft.com/office/drawing/2014/main" id="{B509EC98-A188-D428-551E-6BA8A9CA5836}"/>
                </a:ext>
              </a:extLst>
            </p:cNvPr>
            <p:cNvSpPr/>
            <p:nvPr/>
          </p:nvSpPr>
          <p:spPr>
            <a:xfrm>
              <a:off x="6273400" y="3521875"/>
              <a:ext cx="420552" cy="803914"/>
            </a:xfrm>
            <a:custGeom>
              <a:avLst/>
              <a:gdLst/>
              <a:ahLst/>
              <a:cxnLst/>
              <a:rect l="l" t="t" r="r" b="b"/>
              <a:pathLst>
                <a:path w="12435" h="34381" fill="none" extrusionOk="0">
                  <a:moveTo>
                    <a:pt x="1" y="0"/>
                  </a:moveTo>
                  <a:lnTo>
                    <a:pt x="1" y="34380"/>
                  </a:lnTo>
                  <a:lnTo>
                    <a:pt x="12435" y="34380"/>
                  </a:ln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5" name="Google Shape;574;p37">
              <a:extLst>
                <a:ext uri="{FF2B5EF4-FFF2-40B4-BE49-F238E27FC236}">
                  <a16:creationId xmlns:a16="http://schemas.microsoft.com/office/drawing/2014/main" id="{BC77EB25-9F4B-28AA-302F-1C312CE7AAF8}"/>
                </a:ext>
              </a:extLst>
            </p:cNvPr>
            <p:cNvSpPr/>
            <p:nvPr/>
          </p:nvSpPr>
          <p:spPr>
            <a:xfrm flipH="1">
              <a:off x="6693945" y="4123085"/>
              <a:ext cx="43630" cy="601216"/>
            </a:xfrm>
            <a:custGeom>
              <a:avLst/>
              <a:gdLst/>
              <a:ahLst/>
              <a:cxnLst/>
              <a:rect l="l" t="t" r="r" b="b"/>
              <a:pathLst>
                <a:path w="1" h="21030" fill="none" extrusionOk="0">
                  <a:moveTo>
                    <a:pt x="1" y="0"/>
                  </a:moveTo>
                  <a:lnTo>
                    <a:pt x="1" y="21030"/>
                  </a:lnTo>
                </a:path>
              </a:pathLst>
            </a:custGeom>
            <a:noFill/>
            <a:ln w="19050" cap="flat" cmpd="sng">
              <a:solidFill>
                <a:schemeClr val="accent6"/>
              </a:solidFill>
              <a:prstDash val="solid"/>
              <a:miter lim="436289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grpSp>
        <p:nvGrpSpPr>
          <p:cNvPr id="16" name="Google Shape;579;p37">
            <a:extLst>
              <a:ext uri="{FF2B5EF4-FFF2-40B4-BE49-F238E27FC236}">
                <a16:creationId xmlns:a16="http://schemas.microsoft.com/office/drawing/2014/main" id="{AD2F8003-DADA-ABF8-8CFE-3E38630E95C0}"/>
              </a:ext>
            </a:extLst>
          </p:cNvPr>
          <p:cNvGrpSpPr/>
          <p:nvPr/>
        </p:nvGrpSpPr>
        <p:grpSpPr>
          <a:xfrm rot="20496212">
            <a:off x="3699267" y="2295136"/>
            <a:ext cx="1297653" cy="715309"/>
            <a:chOff x="3813600" y="1746800"/>
            <a:chExt cx="1326300" cy="731100"/>
          </a:xfrm>
        </p:grpSpPr>
        <p:cxnSp>
          <p:nvCxnSpPr>
            <p:cNvPr id="17" name="Google Shape;580;p37">
              <a:extLst>
                <a:ext uri="{FF2B5EF4-FFF2-40B4-BE49-F238E27FC236}">
                  <a16:creationId xmlns:a16="http://schemas.microsoft.com/office/drawing/2014/main" id="{3033D061-8AE4-AF8A-ACEE-324FA18B09A9}"/>
                </a:ext>
              </a:extLst>
            </p:cNvPr>
            <p:cNvCxnSpPr/>
            <p:nvPr/>
          </p:nvCxnSpPr>
          <p:spPr>
            <a:xfrm rot="10800000">
              <a:off x="4476750" y="1746800"/>
              <a:ext cx="0" cy="7311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581;p37">
              <a:extLst>
                <a:ext uri="{FF2B5EF4-FFF2-40B4-BE49-F238E27FC236}">
                  <a16:creationId xmlns:a16="http://schemas.microsoft.com/office/drawing/2014/main" id="{F8707320-8AEC-EBA2-B9D1-09C7F23BC0B5}"/>
                </a:ext>
              </a:extLst>
            </p:cNvPr>
            <p:cNvCxnSpPr/>
            <p:nvPr/>
          </p:nvCxnSpPr>
          <p:spPr>
            <a:xfrm>
              <a:off x="3813600" y="1748025"/>
              <a:ext cx="1326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" name="Google Shape;582;p37">
            <a:extLst>
              <a:ext uri="{FF2B5EF4-FFF2-40B4-BE49-F238E27FC236}">
                <a16:creationId xmlns:a16="http://schemas.microsoft.com/office/drawing/2014/main" id="{05B4C695-9613-24AF-E350-EC8F2C7DEE00}"/>
              </a:ext>
            </a:extLst>
          </p:cNvPr>
          <p:cNvGrpSpPr/>
          <p:nvPr/>
        </p:nvGrpSpPr>
        <p:grpSpPr>
          <a:xfrm rot="20496212">
            <a:off x="3699267" y="3786219"/>
            <a:ext cx="1297653" cy="715309"/>
            <a:chOff x="3661200" y="3118400"/>
            <a:chExt cx="1326300" cy="731100"/>
          </a:xfrm>
        </p:grpSpPr>
        <p:cxnSp>
          <p:nvCxnSpPr>
            <p:cNvPr id="20" name="Google Shape;583;p37">
              <a:extLst>
                <a:ext uri="{FF2B5EF4-FFF2-40B4-BE49-F238E27FC236}">
                  <a16:creationId xmlns:a16="http://schemas.microsoft.com/office/drawing/2014/main" id="{A89B501E-23E1-0E34-0A76-6F8A62BAFB71}"/>
                </a:ext>
              </a:extLst>
            </p:cNvPr>
            <p:cNvCxnSpPr/>
            <p:nvPr/>
          </p:nvCxnSpPr>
          <p:spPr>
            <a:xfrm>
              <a:off x="4324350" y="3118400"/>
              <a:ext cx="0" cy="7311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584;p37">
              <a:extLst>
                <a:ext uri="{FF2B5EF4-FFF2-40B4-BE49-F238E27FC236}">
                  <a16:creationId xmlns:a16="http://schemas.microsoft.com/office/drawing/2014/main" id="{0786AA40-32BA-D1D7-5001-7137740EF784}"/>
                </a:ext>
              </a:extLst>
            </p:cNvPr>
            <p:cNvCxnSpPr/>
            <p:nvPr/>
          </p:nvCxnSpPr>
          <p:spPr>
            <a:xfrm>
              <a:off x="3661200" y="3848275"/>
              <a:ext cx="1326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95B9998-54CE-8739-8987-4ADFB97C9704}"/>
              </a:ext>
            </a:extLst>
          </p:cNvPr>
          <p:cNvSpPr txBox="1"/>
          <p:nvPr/>
        </p:nvSpPr>
        <p:spPr>
          <a:xfrm rot="20496212">
            <a:off x="640918" y="1582070"/>
            <a:ext cx="1426163" cy="710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85800">
              <a:spcBef>
                <a:spcPts val="450"/>
              </a:spcBef>
              <a:defRPr/>
            </a:pPr>
            <a:r>
              <a:rPr lang="en-US" sz="1050" b="1" dirty="0">
                <a:solidFill>
                  <a:srgbClr val="000000"/>
                </a:solidFill>
                <a:latin typeface="Georgia" panose="02040502050405020303" pitchFamily="18" charset="0"/>
              </a:rPr>
              <a:t>ARDUINO MODULES</a:t>
            </a:r>
          </a:p>
          <a:p>
            <a:pPr algn="r" defTabSz="685800">
              <a:spcBef>
                <a:spcPts val="450"/>
              </a:spcBef>
              <a:defRPr/>
            </a:pPr>
            <a:r>
              <a:rPr lang="en-US" sz="1050" dirty="0">
                <a:solidFill>
                  <a:srgbClr val="000000"/>
                </a:solidFill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5AA084-D3E4-D1A0-CD0C-5B32EF5DC24A}"/>
              </a:ext>
            </a:extLst>
          </p:cNvPr>
          <p:cNvSpPr txBox="1"/>
          <p:nvPr/>
        </p:nvSpPr>
        <p:spPr>
          <a:xfrm rot="20496212">
            <a:off x="635838" y="4635939"/>
            <a:ext cx="1625003" cy="548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685800">
              <a:spcBef>
                <a:spcPts val="450"/>
              </a:spcBef>
              <a:defRPr/>
            </a:pPr>
            <a:r>
              <a:rPr lang="en-US" sz="1050" b="1" dirty="0">
                <a:solidFill>
                  <a:srgbClr val="000000"/>
                </a:solidFill>
                <a:latin typeface="Georgia" panose="02040502050405020303" pitchFamily="18" charset="0"/>
              </a:rPr>
              <a:t>ARDUINO IDE</a:t>
            </a:r>
          </a:p>
          <a:p>
            <a:pPr algn="r" defTabSz="685800">
              <a:spcBef>
                <a:spcPts val="450"/>
              </a:spcBef>
              <a:defRPr/>
            </a:pPr>
            <a:r>
              <a:rPr lang="en-US" sz="1050" dirty="0">
                <a:solidFill>
                  <a:srgbClr val="000000"/>
                </a:solidFill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287F1-983F-A5EF-3C68-A52C218167DE}"/>
              </a:ext>
            </a:extLst>
          </p:cNvPr>
          <p:cNvSpPr txBox="1"/>
          <p:nvPr/>
        </p:nvSpPr>
        <p:spPr>
          <a:xfrm rot="20496212">
            <a:off x="6595115" y="1631486"/>
            <a:ext cx="1625003" cy="548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spcBef>
                <a:spcPts val="450"/>
              </a:spcBef>
              <a:defRPr/>
            </a:pPr>
            <a:r>
              <a:rPr lang="en-US" sz="1050" b="1" dirty="0">
                <a:solidFill>
                  <a:srgbClr val="000000"/>
                </a:solidFill>
                <a:latin typeface="Georgia" panose="02040502050405020303" pitchFamily="18" charset="0"/>
              </a:rPr>
              <a:t>SIMULATION</a:t>
            </a:r>
          </a:p>
          <a:p>
            <a:pPr defTabSz="685800">
              <a:spcBef>
                <a:spcPts val="450"/>
              </a:spcBef>
              <a:defRPr/>
            </a:pPr>
            <a:r>
              <a:rPr lang="en-US" sz="1050" dirty="0">
                <a:solidFill>
                  <a:srgbClr val="000000"/>
                </a:solidFill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23A8A2-3AFB-B219-3C1C-52586306E703}"/>
              </a:ext>
            </a:extLst>
          </p:cNvPr>
          <p:cNvSpPr txBox="1"/>
          <p:nvPr/>
        </p:nvSpPr>
        <p:spPr>
          <a:xfrm rot="20496212">
            <a:off x="6799977" y="4602766"/>
            <a:ext cx="1414769" cy="548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spcBef>
                <a:spcPts val="450"/>
              </a:spcBef>
              <a:defRPr/>
            </a:pPr>
            <a:r>
              <a:rPr lang="en-US" sz="1050" b="1" dirty="0">
                <a:solidFill>
                  <a:srgbClr val="000000"/>
                </a:solidFill>
                <a:latin typeface="Georgia" panose="02040502050405020303" pitchFamily="18" charset="0"/>
              </a:rPr>
              <a:t>IMPLEMENT</a:t>
            </a:r>
          </a:p>
          <a:p>
            <a:pPr defTabSz="685800">
              <a:spcBef>
                <a:spcPts val="450"/>
              </a:spcBef>
              <a:defRPr/>
            </a:pPr>
            <a:r>
              <a:rPr lang="en-US" sz="1050" dirty="0">
                <a:solidFill>
                  <a:srgbClr val="000000"/>
                </a:solidFill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C3ACB2-4CD9-C59D-90FC-FDC2859ABCCF}"/>
              </a:ext>
            </a:extLst>
          </p:cNvPr>
          <p:cNvSpPr txBox="1"/>
          <p:nvPr/>
        </p:nvSpPr>
        <p:spPr>
          <a:xfrm rot="20496212">
            <a:off x="3535592" y="1652607"/>
            <a:ext cx="1625003" cy="548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85800">
              <a:spcBef>
                <a:spcPts val="450"/>
              </a:spcBef>
              <a:defRPr/>
            </a:pPr>
            <a:r>
              <a:rPr lang="en-US" sz="1050" b="1" dirty="0">
                <a:solidFill>
                  <a:srgbClr val="000000"/>
                </a:solidFill>
                <a:latin typeface="Georgia" panose="02040502050405020303" pitchFamily="18" charset="0"/>
              </a:rPr>
              <a:t>ELECTRONICS</a:t>
            </a:r>
          </a:p>
          <a:p>
            <a:pPr algn="ctr" defTabSz="685800">
              <a:spcBef>
                <a:spcPts val="450"/>
              </a:spcBef>
              <a:defRPr/>
            </a:pPr>
            <a:r>
              <a:rPr lang="en-US" sz="1050" dirty="0">
                <a:solidFill>
                  <a:srgbClr val="000000"/>
                </a:solidFill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A95044-D16C-D0B9-F7B0-56F3AB09E3A4}"/>
              </a:ext>
            </a:extLst>
          </p:cNvPr>
          <p:cNvSpPr txBox="1"/>
          <p:nvPr/>
        </p:nvSpPr>
        <p:spPr>
          <a:xfrm rot="20496212">
            <a:off x="3535592" y="4610508"/>
            <a:ext cx="1625003" cy="548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685800">
              <a:spcBef>
                <a:spcPts val="450"/>
              </a:spcBef>
              <a:defRPr/>
            </a:pPr>
            <a:r>
              <a:rPr lang="en-US" sz="1050" b="1" dirty="0">
                <a:solidFill>
                  <a:srgbClr val="000000"/>
                </a:solidFill>
                <a:latin typeface="Georgia" panose="02040502050405020303" pitchFamily="18" charset="0"/>
              </a:rPr>
              <a:t>PROGRAMMING</a:t>
            </a:r>
          </a:p>
          <a:p>
            <a:pPr algn="ctr" defTabSz="685800">
              <a:spcBef>
                <a:spcPts val="450"/>
              </a:spcBef>
              <a:defRPr/>
            </a:pPr>
            <a:r>
              <a:rPr lang="en-US" sz="1050" dirty="0">
                <a:solidFill>
                  <a:srgbClr val="000000"/>
                </a:solidFill>
                <a:latin typeface="Georgia Pro Light" panose="02040302050405020303" pitchFamily="18" charset="0"/>
              </a:rPr>
              <a:t>This slide is an editable slide with all your needs.  </a:t>
            </a:r>
          </a:p>
        </p:txBody>
      </p:sp>
      <p:grpSp>
        <p:nvGrpSpPr>
          <p:cNvPr id="55" name="Graphic 2">
            <a:extLst>
              <a:ext uri="{FF2B5EF4-FFF2-40B4-BE49-F238E27FC236}">
                <a16:creationId xmlns:a16="http://schemas.microsoft.com/office/drawing/2014/main" id="{26EF1F5E-8596-2732-3FC7-65A0FD69AB7A}"/>
              </a:ext>
            </a:extLst>
          </p:cNvPr>
          <p:cNvGrpSpPr/>
          <p:nvPr/>
        </p:nvGrpSpPr>
        <p:grpSpPr>
          <a:xfrm rot="20496212">
            <a:off x="2307432" y="2407556"/>
            <a:ext cx="4208839" cy="1960795"/>
            <a:chOff x="2241042" y="2022348"/>
            <a:chExt cx="7703820" cy="3589020"/>
          </a:xfrm>
          <a:solidFill>
            <a:schemeClr val="accent1"/>
          </a:solidFill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22ED714-2A89-41B2-4808-5A8A719064FF}"/>
                </a:ext>
              </a:extLst>
            </p:cNvPr>
            <p:cNvSpPr/>
            <p:nvPr/>
          </p:nvSpPr>
          <p:spPr>
            <a:xfrm>
              <a:off x="2241042" y="2023110"/>
              <a:ext cx="1950720" cy="1905000"/>
            </a:xfrm>
            <a:custGeom>
              <a:avLst/>
              <a:gdLst>
                <a:gd name="connsiteX0" fmla="*/ 0 w 1950720"/>
                <a:gd name="connsiteY0" fmla="*/ 1911096 h 1905000"/>
                <a:gd name="connsiteX1" fmla="*/ 0 w 1950720"/>
                <a:gd name="connsiteY1" fmla="*/ 1796796 h 1905000"/>
                <a:gd name="connsiteX2" fmla="*/ 137922 w 1950720"/>
                <a:gd name="connsiteY2" fmla="*/ 1110996 h 1905000"/>
                <a:gd name="connsiteX3" fmla="*/ 521970 w 1950720"/>
                <a:gd name="connsiteY3" fmla="*/ 537972 h 1905000"/>
                <a:gd name="connsiteX4" fmla="*/ 1842516 w 1950720"/>
                <a:gd name="connsiteY4" fmla="*/ 0 h 1905000"/>
                <a:gd name="connsiteX5" fmla="*/ 1956816 w 1950720"/>
                <a:gd name="connsiteY5" fmla="*/ 0 h 1905000"/>
                <a:gd name="connsiteX6" fmla="*/ 1956816 w 1950720"/>
                <a:gd name="connsiteY6" fmla="*/ 912114 h 1905000"/>
                <a:gd name="connsiteX7" fmla="*/ 1840992 w 1950720"/>
                <a:gd name="connsiteY7" fmla="*/ 910590 h 1905000"/>
                <a:gd name="connsiteX8" fmla="*/ 1835658 w 1950720"/>
                <a:gd name="connsiteY8" fmla="*/ 910590 h 1905000"/>
                <a:gd name="connsiteX9" fmla="*/ 1831086 w 1950720"/>
                <a:gd name="connsiteY9" fmla="*/ 910590 h 1905000"/>
                <a:gd name="connsiteX10" fmla="*/ 1199388 w 1950720"/>
                <a:gd name="connsiteY10" fmla="*/ 1175766 h 1905000"/>
                <a:gd name="connsiteX11" fmla="*/ 944880 w 1950720"/>
                <a:gd name="connsiteY11" fmla="*/ 1796796 h 1905000"/>
                <a:gd name="connsiteX12" fmla="*/ 944880 w 1950720"/>
                <a:gd name="connsiteY12" fmla="*/ 1911096 h 1905000"/>
                <a:gd name="connsiteX13" fmla="*/ 830580 w 1950720"/>
                <a:gd name="connsiteY13" fmla="*/ 1911096 h 1905000"/>
                <a:gd name="connsiteX14" fmla="*/ 0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0" y="1911096"/>
                  </a:moveTo>
                  <a:lnTo>
                    <a:pt x="0" y="1796796"/>
                  </a:lnTo>
                  <a:cubicBezTo>
                    <a:pt x="0" y="1559814"/>
                    <a:pt x="46482" y="1328928"/>
                    <a:pt x="137922" y="1110996"/>
                  </a:cubicBezTo>
                  <a:cubicBezTo>
                    <a:pt x="227838" y="896112"/>
                    <a:pt x="357378" y="704088"/>
                    <a:pt x="521970" y="537972"/>
                  </a:cubicBezTo>
                  <a:cubicBezTo>
                    <a:pt x="867156" y="191262"/>
                    <a:pt x="1336548" y="0"/>
                    <a:pt x="1842516" y="0"/>
                  </a:cubicBezTo>
                  <a:lnTo>
                    <a:pt x="1956816" y="0"/>
                  </a:lnTo>
                  <a:lnTo>
                    <a:pt x="1956816" y="912114"/>
                  </a:lnTo>
                  <a:lnTo>
                    <a:pt x="1840992" y="910590"/>
                  </a:lnTo>
                  <a:lnTo>
                    <a:pt x="1835658" y="910590"/>
                  </a:lnTo>
                  <a:cubicBezTo>
                    <a:pt x="1834134" y="910590"/>
                    <a:pt x="1832610" y="910590"/>
                    <a:pt x="1831086" y="910590"/>
                  </a:cubicBezTo>
                  <a:cubicBezTo>
                    <a:pt x="1591056" y="910590"/>
                    <a:pt x="1367028" y="1005078"/>
                    <a:pt x="1199388" y="1175766"/>
                  </a:cubicBezTo>
                  <a:cubicBezTo>
                    <a:pt x="1035558" y="1344168"/>
                    <a:pt x="944880" y="1564386"/>
                    <a:pt x="944880" y="1796796"/>
                  </a:cubicBezTo>
                  <a:lnTo>
                    <a:pt x="944880" y="1911096"/>
                  </a:lnTo>
                  <a:lnTo>
                    <a:pt x="830580" y="1911096"/>
                  </a:lnTo>
                  <a:lnTo>
                    <a:pt x="0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1569FC8-F898-F96A-703E-952D105FCB01}"/>
                </a:ext>
              </a:extLst>
            </p:cNvPr>
            <p:cNvSpPr/>
            <p:nvPr/>
          </p:nvSpPr>
          <p:spPr>
            <a:xfrm>
              <a:off x="2355342" y="2136648"/>
              <a:ext cx="1722120" cy="1676400"/>
            </a:xfrm>
            <a:custGeom>
              <a:avLst/>
              <a:gdLst>
                <a:gd name="connsiteX0" fmla="*/ 716280 w 1722120"/>
                <a:gd name="connsiteY0" fmla="*/ 1682496 h 1676400"/>
                <a:gd name="connsiteX1" fmla="*/ 1716786 w 1722120"/>
                <a:gd name="connsiteY1" fmla="*/ 681990 h 1676400"/>
                <a:gd name="connsiteX2" fmla="*/ 1728216 w 1722120"/>
                <a:gd name="connsiteY2" fmla="*/ 681990 h 1676400"/>
                <a:gd name="connsiteX3" fmla="*/ 1728216 w 1722120"/>
                <a:gd name="connsiteY3" fmla="*/ 0 h 1676400"/>
                <a:gd name="connsiteX4" fmla="*/ 0 w 1722120"/>
                <a:gd name="connsiteY4" fmla="*/ 1682496 h 1676400"/>
                <a:gd name="connsiteX5" fmla="*/ 0 w 1722120"/>
                <a:gd name="connsiteY5" fmla="*/ 1682496 h 1676400"/>
                <a:gd name="connsiteX6" fmla="*/ 716280 w 1722120"/>
                <a:gd name="connsiteY6" fmla="*/ 1682496 h 1676400"/>
                <a:gd name="connsiteX7" fmla="*/ 716280 w 1722120"/>
                <a:gd name="connsiteY7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716280" y="1682496"/>
                  </a:moveTo>
                  <a:cubicBezTo>
                    <a:pt x="716280" y="1148334"/>
                    <a:pt x="1148334" y="681990"/>
                    <a:pt x="1716786" y="681990"/>
                  </a:cubicBezTo>
                  <a:cubicBezTo>
                    <a:pt x="1720596" y="681990"/>
                    <a:pt x="1724406" y="681990"/>
                    <a:pt x="1728216" y="681990"/>
                  </a:cubicBezTo>
                  <a:lnTo>
                    <a:pt x="1728216" y="0"/>
                  </a:lnTo>
                  <a:cubicBezTo>
                    <a:pt x="727710" y="0"/>
                    <a:pt x="0" y="784098"/>
                    <a:pt x="0" y="1682496"/>
                  </a:cubicBezTo>
                  <a:cubicBezTo>
                    <a:pt x="0" y="1682496"/>
                    <a:pt x="0" y="1682496"/>
                    <a:pt x="0" y="1682496"/>
                  </a:cubicBezTo>
                  <a:lnTo>
                    <a:pt x="716280" y="1682496"/>
                  </a:lnTo>
                  <a:cubicBezTo>
                    <a:pt x="716280" y="1682496"/>
                    <a:pt x="716280" y="1682496"/>
                    <a:pt x="716280" y="1682496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B7B3A73-A31F-28CC-9E57-9BDAA9502F75}"/>
                </a:ext>
              </a:extLst>
            </p:cNvPr>
            <p:cNvSpPr/>
            <p:nvPr/>
          </p:nvSpPr>
          <p:spPr>
            <a:xfrm>
              <a:off x="2241042" y="3705606"/>
              <a:ext cx="1950720" cy="1905000"/>
            </a:xfrm>
            <a:custGeom>
              <a:avLst/>
              <a:gdLst>
                <a:gd name="connsiteX0" fmla="*/ 1842516 w 1950720"/>
                <a:gd name="connsiteY0" fmla="*/ 1911096 h 1905000"/>
                <a:gd name="connsiteX1" fmla="*/ 521970 w 1950720"/>
                <a:gd name="connsiteY1" fmla="*/ 1373124 h 1905000"/>
                <a:gd name="connsiteX2" fmla="*/ 137922 w 1950720"/>
                <a:gd name="connsiteY2" fmla="*/ 800100 h 1905000"/>
                <a:gd name="connsiteX3" fmla="*/ 0 w 1950720"/>
                <a:gd name="connsiteY3" fmla="*/ 114300 h 1905000"/>
                <a:gd name="connsiteX4" fmla="*/ 0 w 1950720"/>
                <a:gd name="connsiteY4" fmla="*/ 0 h 1905000"/>
                <a:gd name="connsiteX5" fmla="*/ 114300 w 1950720"/>
                <a:gd name="connsiteY5" fmla="*/ 0 h 1905000"/>
                <a:gd name="connsiteX6" fmla="*/ 944880 w 1950720"/>
                <a:gd name="connsiteY6" fmla="*/ 0 h 1905000"/>
                <a:gd name="connsiteX7" fmla="*/ 944880 w 1950720"/>
                <a:gd name="connsiteY7" fmla="*/ 114300 h 1905000"/>
                <a:gd name="connsiteX8" fmla="*/ 1199388 w 1950720"/>
                <a:gd name="connsiteY8" fmla="*/ 735330 h 1905000"/>
                <a:gd name="connsiteX9" fmla="*/ 1831086 w 1950720"/>
                <a:gd name="connsiteY9" fmla="*/ 1000506 h 1905000"/>
                <a:gd name="connsiteX10" fmla="*/ 1835658 w 1950720"/>
                <a:gd name="connsiteY10" fmla="*/ 1000506 h 1905000"/>
                <a:gd name="connsiteX11" fmla="*/ 1840992 w 1950720"/>
                <a:gd name="connsiteY11" fmla="*/ 1000506 h 1905000"/>
                <a:gd name="connsiteX12" fmla="*/ 1956816 w 1950720"/>
                <a:gd name="connsiteY12" fmla="*/ 998982 h 1905000"/>
                <a:gd name="connsiteX13" fmla="*/ 1956816 w 1950720"/>
                <a:gd name="connsiteY13" fmla="*/ 1911096 h 1905000"/>
                <a:gd name="connsiteX14" fmla="*/ 1842516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1842516" y="1911096"/>
                  </a:moveTo>
                  <a:cubicBezTo>
                    <a:pt x="1336548" y="1911096"/>
                    <a:pt x="867918" y="1719834"/>
                    <a:pt x="521970" y="1373124"/>
                  </a:cubicBezTo>
                  <a:cubicBezTo>
                    <a:pt x="357378" y="1207770"/>
                    <a:pt x="227838" y="1014984"/>
                    <a:pt x="137922" y="800100"/>
                  </a:cubicBezTo>
                  <a:cubicBezTo>
                    <a:pt x="46482" y="581406"/>
                    <a:pt x="0" y="350520"/>
                    <a:pt x="0" y="114300"/>
                  </a:cubicBezTo>
                  <a:lnTo>
                    <a:pt x="0" y="0"/>
                  </a:lnTo>
                  <a:lnTo>
                    <a:pt x="114300" y="0"/>
                  </a:lnTo>
                  <a:lnTo>
                    <a:pt x="944880" y="0"/>
                  </a:lnTo>
                  <a:lnTo>
                    <a:pt x="944880" y="114300"/>
                  </a:lnTo>
                  <a:cubicBezTo>
                    <a:pt x="944880" y="346710"/>
                    <a:pt x="1035558" y="566928"/>
                    <a:pt x="1199388" y="735330"/>
                  </a:cubicBezTo>
                  <a:cubicBezTo>
                    <a:pt x="1366266" y="906780"/>
                    <a:pt x="1591056" y="1000506"/>
                    <a:pt x="1831086" y="1000506"/>
                  </a:cubicBezTo>
                  <a:cubicBezTo>
                    <a:pt x="1832610" y="1000506"/>
                    <a:pt x="1834134" y="1000506"/>
                    <a:pt x="1835658" y="1000506"/>
                  </a:cubicBezTo>
                  <a:lnTo>
                    <a:pt x="1840992" y="1000506"/>
                  </a:lnTo>
                  <a:lnTo>
                    <a:pt x="1956816" y="998982"/>
                  </a:lnTo>
                  <a:lnTo>
                    <a:pt x="1956816" y="1911096"/>
                  </a:lnTo>
                  <a:lnTo>
                    <a:pt x="1842516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26F6FCC-FD3A-8BC4-B666-2B5FBF57E136}"/>
                </a:ext>
              </a:extLst>
            </p:cNvPr>
            <p:cNvSpPr/>
            <p:nvPr/>
          </p:nvSpPr>
          <p:spPr>
            <a:xfrm>
              <a:off x="2355342" y="3819906"/>
              <a:ext cx="1722120" cy="1676400"/>
            </a:xfrm>
            <a:custGeom>
              <a:avLst/>
              <a:gdLst>
                <a:gd name="connsiteX0" fmla="*/ 716280 w 1722120"/>
                <a:gd name="connsiteY0" fmla="*/ 0 h 1676400"/>
                <a:gd name="connsiteX1" fmla="*/ 716280 w 1722120"/>
                <a:gd name="connsiteY1" fmla="*/ 0 h 1676400"/>
                <a:gd name="connsiteX2" fmla="*/ 0 w 1722120"/>
                <a:gd name="connsiteY2" fmla="*/ 0 h 1676400"/>
                <a:gd name="connsiteX3" fmla="*/ 0 w 1722120"/>
                <a:gd name="connsiteY3" fmla="*/ 0 h 1676400"/>
                <a:gd name="connsiteX4" fmla="*/ 1728216 w 1722120"/>
                <a:gd name="connsiteY4" fmla="*/ 1682496 h 1676400"/>
                <a:gd name="connsiteX5" fmla="*/ 1728216 w 1722120"/>
                <a:gd name="connsiteY5" fmla="*/ 1000506 h 1676400"/>
                <a:gd name="connsiteX6" fmla="*/ 1716786 w 1722120"/>
                <a:gd name="connsiteY6" fmla="*/ 1000506 h 1676400"/>
                <a:gd name="connsiteX7" fmla="*/ 716280 w 1722120"/>
                <a:gd name="connsiteY7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716280" y="0"/>
                  </a:moveTo>
                  <a:cubicBezTo>
                    <a:pt x="716280" y="0"/>
                    <a:pt x="716280" y="0"/>
                    <a:pt x="71628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898398"/>
                    <a:pt x="727710" y="1682496"/>
                    <a:pt x="1728216" y="1682496"/>
                  </a:cubicBezTo>
                  <a:lnTo>
                    <a:pt x="1728216" y="1000506"/>
                  </a:lnTo>
                  <a:cubicBezTo>
                    <a:pt x="1724406" y="1000506"/>
                    <a:pt x="1720596" y="1000506"/>
                    <a:pt x="1716786" y="1000506"/>
                  </a:cubicBezTo>
                  <a:cubicBezTo>
                    <a:pt x="1148334" y="1000506"/>
                    <a:pt x="716280" y="534162"/>
                    <a:pt x="716280" y="0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C43DB60-22CF-02FD-512F-0324BA6AF2BD}"/>
                </a:ext>
              </a:extLst>
            </p:cNvPr>
            <p:cNvSpPr/>
            <p:nvPr/>
          </p:nvSpPr>
          <p:spPr>
            <a:xfrm>
              <a:off x="5934456" y="3659886"/>
              <a:ext cx="2286000" cy="1950720"/>
            </a:xfrm>
            <a:custGeom>
              <a:avLst/>
              <a:gdLst>
                <a:gd name="connsiteX0" fmla="*/ 2173986 w 2286000"/>
                <a:gd name="connsiteY0" fmla="*/ 1956816 h 1950720"/>
                <a:gd name="connsiteX1" fmla="*/ 1040130 w 2286000"/>
                <a:gd name="connsiteY1" fmla="*/ 1566672 h 1950720"/>
                <a:gd name="connsiteX2" fmla="*/ 160020 w 2286000"/>
                <a:gd name="connsiteY2" fmla="*/ 786384 h 1950720"/>
                <a:gd name="connsiteX3" fmla="*/ 80010 w 2286000"/>
                <a:gd name="connsiteY3" fmla="*/ 706374 h 1950720"/>
                <a:gd name="connsiteX4" fmla="*/ 0 w 2286000"/>
                <a:gd name="connsiteY4" fmla="*/ 626364 h 1950720"/>
                <a:gd name="connsiteX5" fmla="*/ 530352 w 2286000"/>
                <a:gd name="connsiteY5" fmla="*/ 83058 h 1950720"/>
                <a:gd name="connsiteX6" fmla="*/ 534162 w 2286000"/>
                <a:gd name="connsiteY6" fmla="*/ 78486 h 1950720"/>
                <a:gd name="connsiteX7" fmla="*/ 537972 w 2286000"/>
                <a:gd name="connsiteY7" fmla="*/ 75438 h 1950720"/>
                <a:gd name="connsiteX8" fmla="*/ 611124 w 2286000"/>
                <a:gd name="connsiteY8" fmla="*/ 0 h 1950720"/>
                <a:gd name="connsiteX9" fmla="*/ 692658 w 2286000"/>
                <a:gd name="connsiteY9" fmla="*/ 75438 h 1950720"/>
                <a:gd name="connsiteX10" fmla="*/ 923544 w 2286000"/>
                <a:gd name="connsiteY10" fmla="*/ 297942 h 1950720"/>
                <a:gd name="connsiteX11" fmla="*/ 2173986 w 2286000"/>
                <a:gd name="connsiteY11" fmla="*/ 1045464 h 1950720"/>
                <a:gd name="connsiteX12" fmla="*/ 2287524 w 2286000"/>
                <a:gd name="connsiteY12" fmla="*/ 1046988 h 1950720"/>
                <a:gd name="connsiteX13" fmla="*/ 2287524 w 2286000"/>
                <a:gd name="connsiteY13" fmla="*/ 1956816 h 1950720"/>
                <a:gd name="connsiteX14" fmla="*/ 2173986 w 2286000"/>
                <a:gd name="connsiteY14" fmla="*/ 1956816 h 195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6000" h="1950720">
                  <a:moveTo>
                    <a:pt x="2173986" y="1956816"/>
                  </a:moveTo>
                  <a:cubicBezTo>
                    <a:pt x="1792986" y="1956816"/>
                    <a:pt x="1421892" y="1829562"/>
                    <a:pt x="1040130" y="1566672"/>
                  </a:cubicBezTo>
                  <a:cubicBezTo>
                    <a:pt x="713994" y="1342644"/>
                    <a:pt x="419862" y="1046988"/>
                    <a:pt x="160020" y="786384"/>
                  </a:cubicBezTo>
                  <a:cubicBezTo>
                    <a:pt x="133350" y="759714"/>
                    <a:pt x="106680" y="733044"/>
                    <a:pt x="80010" y="706374"/>
                  </a:cubicBezTo>
                  <a:lnTo>
                    <a:pt x="0" y="626364"/>
                  </a:lnTo>
                  <a:lnTo>
                    <a:pt x="530352" y="83058"/>
                  </a:lnTo>
                  <a:lnTo>
                    <a:pt x="534162" y="78486"/>
                  </a:lnTo>
                  <a:lnTo>
                    <a:pt x="537972" y="75438"/>
                  </a:lnTo>
                  <a:lnTo>
                    <a:pt x="611124" y="0"/>
                  </a:lnTo>
                  <a:lnTo>
                    <a:pt x="692658" y="75438"/>
                  </a:lnTo>
                  <a:cubicBezTo>
                    <a:pt x="768858" y="146304"/>
                    <a:pt x="844296" y="219456"/>
                    <a:pt x="923544" y="297942"/>
                  </a:cubicBezTo>
                  <a:cubicBezTo>
                    <a:pt x="1294638" y="662940"/>
                    <a:pt x="1677924" y="1040130"/>
                    <a:pt x="2173986" y="1045464"/>
                  </a:cubicBezTo>
                  <a:lnTo>
                    <a:pt x="2287524" y="1046988"/>
                  </a:lnTo>
                  <a:lnTo>
                    <a:pt x="2287524" y="1956816"/>
                  </a:lnTo>
                  <a:lnTo>
                    <a:pt x="2173986" y="195681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0FC6459-0DEB-D67D-8D1D-480B5E6F55D0}"/>
                </a:ext>
              </a:extLst>
            </p:cNvPr>
            <p:cNvSpPr/>
            <p:nvPr/>
          </p:nvSpPr>
          <p:spPr>
            <a:xfrm>
              <a:off x="6096000" y="3819906"/>
              <a:ext cx="2011680" cy="1676400"/>
            </a:xfrm>
            <a:custGeom>
              <a:avLst/>
              <a:gdLst>
                <a:gd name="connsiteX0" fmla="*/ 2012442 w 2011680"/>
                <a:gd name="connsiteY0" fmla="*/ 1682496 h 1676400"/>
                <a:gd name="connsiteX1" fmla="*/ 2012442 w 2011680"/>
                <a:gd name="connsiteY1" fmla="*/ 1000506 h 1676400"/>
                <a:gd name="connsiteX2" fmla="*/ 454914 w 2011680"/>
                <a:gd name="connsiteY2" fmla="*/ 0 h 1676400"/>
                <a:gd name="connsiteX3" fmla="*/ 454914 w 2011680"/>
                <a:gd name="connsiteY3" fmla="*/ 0 h 1676400"/>
                <a:gd name="connsiteX4" fmla="*/ 0 w 2011680"/>
                <a:gd name="connsiteY4" fmla="*/ 465582 h 1676400"/>
                <a:gd name="connsiteX5" fmla="*/ 2012442 w 2011680"/>
                <a:gd name="connsiteY5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676400">
                  <a:moveTo>
                    <a:pt x="2012442" y="1682496"/>
                  </a:moveTo>
                  <a:lnTo>
                    <a:pt x="2012442" y="1000506"/>
                  </a:lnTo>
                  <a:cubicBezTo>
                    <a:pt x="1359408" y="993648"/>
                    <a:pt x="895350" y="406908"/>
                    <a:pt x="454914" y="0"/>
                  </a:cubicBezTo>
                  <a:cubicBezTo>
                    <a:pt x="454914" y="0"/>
                    <a:pt x="454914" y="0"/>
                    <a:pt x="454914" y="0"/>
                  </a:cubicBezTo>
                  <a:lnTo>
                    <a:pt x="0" y="465582"/>
                  </a:lnTo>
                  <a:cubicBezTo>
                    <a:pt x="545592" y="1011174"/>
                    <a:pt x="1171194" y="1682496"/>
                    <a:pt x="2012442" y="1682496"/>
                  </a:cubicBez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3BE7D53-6548-1725-D1F6-E5ADB26FB0FB}"/>
                </a:ext>
              </a:extLst>
            </p:cNvPr>
            <p:cNvSpPr/>
            <p:nvPr/>
          </p:nvSpPr>
          <p:spPr>
            <a:xfrm>
              <a:off x="3969258" y="2022348"/>
              <a:ext cx="2286000" cy="1965960"/>
            </a:xfrm>
            <a:custGeom>
              <a:avLst/>
              <a:gdLst>
                <a:gd name="connsiteX0" fmla="*/ 1588008 w 2286000"/>
                <a:gd name="connsiteY0" fmla="*/ 1875282 h 1965960"/>
                <a:gd name="connsiteX1" fmla="*/ 1363980 w 2286000"/>
                <a:gd name="connsiteY1" fmla="*/ 1658874 h 1965960"/>
                <a:gd name="connsiteX2" fmla="*/ 113538 w 2286000"/>
                <a:gd name="connsiteY2" fmla="*/ 911352 h 1965960"/>
                <a:gd name="connsiteX3" fmla="*/ 0 w 2286000"/>
                <a:gd name="connsiteY3" fmla="*/ 909828 h 1965960"/>
                <a:gd name="connsiteX4" fmla="*/ 0 w 2286000"/>
                <a:gd name="connsiteY4" fmla="*/ 0 h 1965960"/>
                <a:gd name="connsiteX5" fmla="*/ 114300 w 2286000"/>
                <a:gd name="connsiteY5" fmla="*/ 0 h 1965960"/>
                <a:gd name="connsiteX6" fmla="*/ 1248156 w 2286000"/>
                <a:gd name="connsiteY6" fmla="*/ 390144 h 1965960"/>
                <a:gd name="connsiteX7" fmla="*/ 2128266 w 2286000"/>
                <a:gd name="connsiteY7" fmla="*/ 1170432 h 1965960"/>
                <a:gd name="connsiteX8" fmla="*/ 2208276 w 2286000"/>
                <a:gd name="connsiteY8" fmla="*/ 1250442 h 1965960"/>
                <a:gd name="connsiteX9" fmla="*/ 2288286 w 2286000"/>
                <a:gd name="connsiteY9" fmla="*/ 1330452 h 1965960"/>
                <a:gd name="connsiteX10" fmla="*/ 1664208 w 2286000"/>
                <a:gd name="connsiteY10" fmla="*/ 1970532 h 1965960"/>
                <a:gd name="connsiteX11" fmla="*/ 1588008 w 2286000"/>
                <a:gd name="connsiteY11" fmla="*/ 1875282 h 196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6000" h="1965960">
                  <a:moveTo>
                    <a:pt x="1588008" y="1875282"/>
                  </a:moveTo>
                  <a:cubicBezTo>
                    <a:pt x="1514094" y="1806702"/>
                    <a:pt x="1440942" y="1735074"/>
                    <a:pt x="1363980" y="1658874"/>
                  </a:cubicBezTo>
                  <a:cubicBezTo>
                    <a:pt x="992886" y="1293876"/>
                    <a:pt x="609600" y="916686"/>
                    <a:pt x="113538" y="911352"/>
                  </a:cubicBezTo>
                  <a:lnTo>
                    <a:pt x="0" y="909828"/>
                  </a:lnTo>
                  <a:lnTo>
                    <a:pt x="0" y="0"/>
                  </a:lnTo>
                  <a:lnTo>
                    <a:pt x="114300" y="0"/>
                  </a:lnTo>
                  <a:cubicBezTo>
                    <a:pt x="495300" y="0"/>
                    <a:pt x="866394" y="127254"/>
                    <a:pt x="1248156" y="390144"/>
                  </a:cubicBezTo>
                  <a:cubicBezTo>
                    <a:pt x="1574292" y="614172"/>
                    <a:pt x="1868424" y="909828"/>
                    <a:pt x="2128266" y="1170432"/>
                  </a:cubicBezTo>
                  <a:cubicBezTo>
                    <a:pt x="2154936" y="1197102"/>
                    <a:pt x="2181606" y="1223772"/>
                    <a:pt x="2208276" y="1250442"/>
                  </a:cubicBezTo>
                  <a:lnTo>
                    <a:pt x="2288286" y="1330452"/>
                  </a:lnTo>
                  <a:lnTo>
                    <a:pt x="1664208" y="1970532"/>
                  </a:lnTo>
                  <a:lnTo>
                    <a:pt x="1588008" y="1875282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76CA0D5-9B74-1B5D-C9AB-28F552AB2721}"/>
                </a:ext>
              </a:extLst>
            </p:cNvPr>
            <p:cNvSpPr/>
            <p:nvPr/>
          </p:nvSpPr>
          <p:spPr>
            <a:xfrm>
              <a:off x="4083558" y="2136648"/>
              <a:ext cx="2011680" cy="1676400"/>
            </a:xfrm>
            <a:custGeom>
              <a:avLst/>
              <a:gdLst>
                <a:gd name="connsiteX0" fmla="*/ 0 w 2011680"/>
                <a:gd name="connsiteY0" fmla="*/ 0 h 1676400"/>
                <a:gd name="connsiteX1" fmla="*/ 0 w 2011680"/>
                <a:gd name="connsiteY1" fmla="*/ 682752 h 1676400"/>
                <a:gd name="connsiteX2" fmla="*/ 1557528 w 2011680"/>
                <a:gd name="connsiteY2" fmla="*/ 1683258 h 1676400"/>
                <a:gd name="connsiteX3" fmla="*/ 1557528 w 2011680"/>
                <a:gd name="connsiteY3" fmla="*/ 1683258 h 1676400"/>
                <a:gd name="connsiteX4" fmla="*/ 1557528 w 2011680"/>
                <a:gd name="connsiteY4" fmla="*/ 1683258 h 1676400"/>
                <a:gd name="connsiteX5" fmla="*/ 2012442 w 2011680"/>
                <a:gd name="connsiteY5" fmla="*/ 1216914 h 1676400"/>
                <a:gd name="connsiteX6" fmla="*/ 0 w 2011680"/>
                <a:gd name="connsiteY6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1680" h="1676400">
                  <a:moveTo>
                    <a:pt x="0" y="0"/>
                  </a:moveTo>
                  <a:lnTo>
                    <a:pt x="0" y="682752"/>
                  </a:lnTo>
                  <a:cubicBezTo>
                    <a:pt x="653034" y="689610"/>
                    <a:pt x="1117092" y="1276350"/>
                    <a:pt x="1557528" y="1683258"/>
                  </a:cubicBezTo>
                  <a:cubicBezTo>
                    <a:pt x="1557528" y="1683258"/>
                    <a:pt x="1557528" y="1683258"/>
                    <a:pt x="1557528" y="1683258"/>
                  </a:cubicBezTo>
                  <a:cubicBezTo>
                    <a:pt x="1557528" y="1683258"/>
                    <a:pt x="1557528" y="1683258"/>
                    <a:pt x="1557528" y="1683258"/>
                  </a:cubicBezTo>
                  <a:lnTo>
                    <a:pt x="2012442" y="1216914"/>
                  </a:lnTo>
                  <a:cubicBezTo>
                    <a:pt x="1466850" y="671322"/>
                    <a:pt x="841248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BE03E9E-7C96-AE69-3493-50FB6D28312E}"/>
                </a:ext>
              </a:extLst>
            </p:cNvPr>
            <p:cNvSpPr/>
            <p:nvPr/>
          </p:nvSpPr>
          <p:spPr>
            <a:xfrm>
              <a:off x="3969258" y="2022348"/>
              <a:ext cx="4251960" cy="3589020"/>
            </a:xfrm>
            <a:custGeom>
              <a:avLst/>
              <a:gdLst>
                <a:gd name="connsiteX0" fmla="*/ 0 w 4251960"/>
                <a:gd name="connsiteY0" fmla="*/ 3594354 h 3589020"/>
                <a:gd name="connsiteX1" fmla="*/ 0 w 4251960"/>
                <a:gd name="connsiteY1" fmla="*/ 2684526 h 3589020"/>
                <a:gd name="connsiteX2" fmla="*/ 113538 w 4251960"/>
                <a:gd name="connsiteY2" fmla="*/ 2683002 h 3589020"/>
                <a:gd name="connsiteX3" fmla="*/ 1363980 w 4251960"/>
                <a:gd name="connsiteY3" fmla="*/ 1935480 h 3589020"/>
                <a:gd name="connsiteX4" fmla="*/ 1592580 w 4251960"/>
                <a:gd name="connsiteY4" fmla="*/ 1715262 h 3589020"/>
                <a:gd name="connsiteX5" fmla="*/ 2045970 w 4251960"/>
                <a:gd name="connsiteY5" fmla="*/ 1250442 h 3589020"/>
                <a:gd name="connsiteX6" fmla="*/ 2125980 w 4251960"/>
                <a:gd name="connsiteY6" fmla="*/ 1170432 h 3589020"/>
                <a:gd name="connsiteX7" fmla="*/ 3006090 w 4251960"/>
                <a:gd name="connsiteY7" fmla="*/ 390144 h 3589020"/>
                <a:gd name="connsiteX8" fmla="*/ 4139946 w 4251960"/>
                <a:gd name="connsiteY8" fmla="*/ 0 h 3589020"/>
                <a:gd name="connsiteX9" fmla="*/ 4254246 w 4251960"/>
                <a:gd name="connsiteY9" fmla="*/ 0 h 3589020"/>
                <a:gd name="connsiteX10" fmla="*/ 4254246 w 4251960"/>
                <a:gd name="connsiteY10" fmla="*/ 909828 h 3589020"/>
                <a:gd name="connsiteX11" fmla="*/ 4140708 w 4251960"/>
                <a:gd name="connsiteY11" fmla="*/ 911352 h 3589020"/>
                <a:gd name="connsiteX12" fmla="*/ 2890266 w 4251960"/>
                <a:gd name="connsiteY12" fmla="*/ 1658874 h 3589020"/>
                <a:gd name="connsiteX13" fmla="*/ 2662428 w 4251960"/>
                <a:gd name="connsiteY13" fmla="*/ 1878330 h 3589020"/>
                <a:gd name="connsiteX14" fmla="*/ 2207514 w 4251960"/>
                <a:gd name="connsiteY14" fmla="*/ 2343912 h 3589020"/>
                <a:gd name="connsiteX15" fmla="*/ 2127504 w 4251960"/>
                <a:gd name="connsiteY15" fmla="*/ 2423922 h 3589020"/>
                <a:gd name="connsiteX16" fmla="*/ 1247394 w 4251960"/>
                <a:gd name="connsiteY16" fmla="*/ 3204210 h 3589020"/>
                <a:gd name="connsiteX17" fmla="*/ 113538 w 4251960"/>
                <a:gd name="connsiteY17" fmla="*/ 3594354 h 3589020"/>
                <a:gd name="connsiteX18" fmla="*/ 0 w 4251960"/>
                <a:gd name="connsiteY18" fmla="*/ 3594354 h 358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251960" h="3589020">
                  <a:moveTo>
                    <a:pt x="0" y="3594354"/>
                  </a:moveTo>
                  <a:lnTo>
                    <a:pt x="0" y="2684526"/>
                  </a:lnTo>
                  <a:lnTo>
                    <a:pt x="113538" y="2683002"/>
                  </a:lnTo>
                  <a:cubicBezTo>
                    <a:pt x="609600" y="2677668"/>
                    <a:pt x="992886" y="2300478"/>
                    <a:pt x="1363980" y="1935480"/>
                  </a:cubicBezTo>
                  <a:cubicBezTo>
                    <a:pt x="1442466" y="1858518"/>
                    <a:pt x="1517142" y="1785366"/>
                    <a:pt x="1592580" y="1715262"/>
                  </a:cubicBezTo>
                  <a:lnTo>
                    <a:pt x="2045970" y="1250442"/>
                  </a:lnTo>
                  <a:cubicBezTo>
                    <a:pt x="2072640" y="1223772"/>
                    <a:pt x="2099310" y="1197102"/>
                    <a:pt x="2125980" y="1170432"/>
                  </a:cubicBezTo>
                  <a:cubicBezTo>
                    <a:pt x="2385822" y="909828"/>
                    <a:pt x="2679954" y="614172"/>
                    <a:pt x="3006090" y="390144"/>
                  </a:cubicBezTo>
                  <a:cubicBezTo>
                    <a:pt x="3387852" y="128016"/>
                    <a:pt x="3758946" y="0"/>
                    <a:pt x="4139946" y="0"/>
                  </a:cubicBezTo>
                  <a:lnTo>
                    <a:pt x="4254246" y="0"/>
                  </a:lnTo>
                  <a:lnTo>
                    <a:pt x="4254246" y="909828"/>
                  </a:lnTo>
                  <a:lnTo>
                    <a:pt x="4140708" y="911352"/>
                  </a:lnTo>
                  <a:cubicBezTo>
                    <a:pt x="3644646" y="916686"/>
                    <a:pt x="3261360" y="1293876"/>
                    <a:pt x="2890266" y="1658874"/>
                  </a:cubicBezTo>
                  <a:cubicBezTo>
                    <a:pt x="2811780" y="1735836"/>
                    <a:pt x="2737866" y="1808988"/>
                    <a:pt x="2662428" y="1878330"/>
                  </a:cubicBezTo>
                  <a:lnTo>
                    <a:pt x="2207514" y="2343912"/>
                  </a:lnTo>
                  <a:cubicBezTo>
                    <a:pt x="2180844" y="2370582"/>
                    <a:pt x="2154174" y="2397252"/>
                    <a:pt x="2127504" y="2423922"/>
                  </a:cubicBezTo>
                  <a:cubicBezTo>
                    <a:pt x="1867662" y="2684526"/>
                    <a:pt x="1573530" y="2980182"/>
                    <a:pt x="1247394" y="3204210"/>
                  </a:cubicBezTo>
                  <a:cubicBezTo>
                    <a:pt x="865632" y="3466338"/>
                    <a:pt x="494538" y="3594354"/>
                    <a:pt x="113538" y="3594354"/>
                  </a:cubicBezTo>
                  <a:lnTo>
                    <a:pt x="0" y="3594354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0E3FD55-3822-E151-886C-2633A3039A73}"/>
                </a:ext>
              </a:extLst>
            </p:cNvPr>
            <p:cNvSpPr/>
            <p:nvPr/>
          </p:nvSpPr>
          <p:spPr>
            <a:xfrm>
              <a:off x="4117661" y="2136648"/>
              <a:ext cx="4023360" cy="3360420"/>
            </a:xfrm>
            <a:custGeom>
              <a:avLst/>
              <a:gdLst>
                <a:gd name="connsiteX0" fmla="*/ 4024884 w 4023360"/>
                <a:gd name="connsiteY0" fmla="*/ 0 h 3360420"/>
                <a:gd name="connsiteX1" fmla="*/ 2012442 w 4023360"/>
                <a:gd name="connsiteY1" fmla="*/ 1216152 h 3360420"/>
                <a:gd name="connsiteX2" fmla="*/ 1557528 w 4023360"/>
                <a:gd name="connsiteY2" fmla="*/ 1682496 h 3360420"/>
                <a:gd name="connsiteX3" fmla="*/ 0 w 4023360"/>
                <a:gd name="connsiteY3" fmla="*/ 2683002 h 3360420"/>
                <a:gd name="connsiteX4" fmla="*/ 0 w 4023360"/>
                <a:gd name="connsiteY4" fmla="*/ 3364992 h 3360420"/>
                <a:gd name="connsiteX5" fmla="*/ 2012442 w 4023360"/>
                <a:gd name="connsiteY5" fmla="*/ 2148840 h 3360420"/>
                <a:gd name="connsiteX6" fmla="*/ 2467356 w 4023360"/>
                <a:gd name="connsiteY6" fmla="*/ 1682496 h 3360420"/>
                <a:gd name="connsiteX7" fmla="*/ 2467356 w 4023360"/>
                <a:gd name="connsiteY7" fmla="*/ 1682496 h 3360420"/>
                <a:gd name="connsiteX8" fmla="*/ 4024884 w 4023360"/>
                <a:gd name="connsiteY8" fmla="*/ 681990 h 3360420"/>
                <a:gd name="connsiteX9" fmla="*/ 4024884 w 4023360"/>
                <a:gd name="connsiteY9" fmla="*/ 0 h 336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3360" h="3360420">
                  <a:moveTo>
                    <a:pt x="4024884" y="0"/>
                  </a:moveTo>
                  <a:cubicBezTo>
                    <a:pt x="3183636" y="0"/>
                    <a:pt x="2558034" y="670560"/>
                    <a:pt x="2012442" y="1216152"/>
                  </a:cubicBezTo>
                  <a:lnTo>
                    <a:pt x="1557528" y="1682496"/>
                  </a:lnTo>
                  <a:cubicBezTo>
                    <a:pt x="1117092" y="2089404"/>
                    <a:pt x="653034" y="2676144"/>
                    <a:pt x="0" y="2683002"/>
                  </a:cubicBezTo>
                  <a:lnTo>
                    <a:pt x="0" y="3364992"/>
                  </a:lnTo>
                  <a:cubicBezTo>
                    <a:pt x="841248" y="3364992"/>
                    <a:pt x="1466850" y="2694432"/>
                    <a:pt x="2012442" y="2148840"/>
                  </a:cubicBezTo>
                  <a:lnTo>
                    <a:pt x="2467356" y="1682496"/>
                  </a:lnTo>
                  <a:cubicBezTo>
                    <a:pt x="2467356" y="1682496"/>
                    <a:pt x="2467356" y="1682496"/>
                    <a:pt x="2467356" y="1682496"/>
                  </a:cubicBezTo>
                  <a:cubicBezTo>
                    <a:pt x="2907792" y="1275588"/>
                    <a:pt x="3371850" y="688848"/>
                    <a:pt x="4024884" y="681990"/>
                  </a:cubicBezTo>
                  <a:lnTo>
                    <a:pt x="4024884" y="0"/>
                  </a:lnTo>
                  <a:close/>
                </a:path>
              </a:pathLst>
            </a:custGeom>
            <a:solidFill>
              <a:schemeClr val="accent3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79DBA85-4C1C-2AA1-64E8-82CAAB483FB1}"/>
                </a:ext>
              </a:extLst>
            </p:cNvPr>
            <p:cNvSpPr/>
            <p:nvPr/>
          </p:nvSpPr>
          <p:spPr>
            <a:xfrm>
              <a:off x="7994142" y="2022348"/>
              <a:ext cx="1950720" cy="1905000"/>
            </a:xfrm>
            <a:custGeom>
              <a:avLst/>
              <a:gdLst>
                <a:gd name="connsiteX0" fmla="*/ 1011936 w 1950720"/>
                <a:gd name="connsiteY0" fmla="*/ 1911858 h 1905000"/>
                <a:gd name="connsiteX1" fmla="*/ 1011936 w 1950720"/>
                <a:gd name="connsiteY1" fmla="*/ 1797558 h 1905000"/>
                <a:gd name="connsiteX2" fmla="*/ 757428 w 1950720"/>
                <a:gd name="connsiteY2" fmla="*/ 1176528 h 1905000"/>
                <a:gd name="connsiteX3" fmla="*/ 125730 w 1950720"/>
                <a:gd name="connsiteY3" fmla="*/ 911352 h 1905000"/>
                <a:gd name="connsiteX4" fmla="*/ 121158 w 1950720"/>
                <a:gd name="connsiteY4" fmla="*/ 911352 h 1905000"/>
                <a:gd name="connsiteX5" fmla="*/ 115825 w 1950720"/>
                <a:gd name="connsiteY5" fmla="*/ 911352 h 1905000"/>
                <a:gd name="connsiteX6" fmla="*/ 0 w 1950720"/>
                <a:gd name="connsiteY6" fmla="*/ 912876 h 1905000"/>
                <a:gd name="connsiteX7" fmla="*/ 0 w 1950720"/>
                <a:gd name="connsiteY7" fmla="*/ 0 h 1905000"/>
                <a:gd name="connsiteX8" fmla="*/ 114300 w 1950720"/>
                <a:gd name="connsiteY8" fmla="*/ 0 h 1905000"/>
                <a:gd name="connsiteX9" fmla="*/ 1434846 w 1950720"/>
                <a:gd name="connsiteY9" fmla="*/ 537972 h 1905000"/>
                <a:gd name="connsiteX10" fmla="*/ 1818895 w 1950720"/>
                <a:gd name="connsiteY10" fmla="*/ 1110996 h 1905000"/>
                <a:gd name="connsiteX11" fmla="*/ 1956816 w 1950720"/>
                <a:gd name="connsiteY11" fmla="*/ 1796796 h 1905000"/>
                <a:gd name="connsiteX12" fmla="*/ 1956816 w 1950720"/>
                <a:gd name="connsiteY12" fmla="*/ 1911096 h 1905000"/>
                <a:gd name="connsiteX13" fmla="*/ 1842516 w 1950720"/>
                <a:gd name="connsiteY13" fmla="*/ 1911096 h 1905000"/>
                <a:gd name="connsiteX14" fmla="*/ 1011936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1011936" y="1911858"/>
                  </a:moveTo>
                  <a:lnTo>
                    <a:pt x="1011936" y="1797558"/>
                  </a:lnTo>
                  <a:cubicBezTo>
                    <a:pt x="1011936" y="1565148"/>
                    <a:pt x="921258" y="1344930"/>
                    <a:pt x="757428" y="1176528"/>
                  </a:cubicBezTo>
                  <a:cubicBezTo>
                    <a:pt x="590550" y="1005078"/>
                    <a:pt x="365760" y="911352"/>
                    <a:pt x="125730" y="911352"/>
                  </a:cubicBezTo>
                  <a:cubicBezTo>
                    <a:pt x="124206" y="911352"/>
                    <a:pt x="122682" y="911352"/>
                    <a:pt x="121158" y="911352"/>
                  </a:cubicBezTo>
                  <a:lnTo>
                    <a:pt x="115825" y="911352"/>
                  </a:lnTo>
                  <a:lnTo>
                    <a:pt x="0" y="912876"/>
                  </a:lnTo>
                  <a:lnTo>
                    <a:pt x="0" y="0"/>
                  </a:lnTo>
                  <a:lnTo>
                    <a:pt x="114300" y="0"/>
                  </a:lnTo>
                  <a:cubicBezTo>
                    <a:pt x="620268" y="0"/>
                    <a:pt x="1088898" y="191262"/>
                    <a:pt x="1434846" y="537972"/>
                  </a:cubicBezTo>
                  <a:cubicBezTo>
                    <a:pt x="1599438" y="703326"/>
                    <a:pt x="1728978" y="896112"/>
                    <a:pt x="1818895" y="1110996"/>
                  </a:cubicBezTo>
                  <a:cubicBezTo>
                    <a:pt x="1910335" y="1329690"/>
                    <a:pt x="1956816" y="1560576"/>
                    <a:pt x="1956816" y="1796796"/>
                  </a:cubicBezTo>
                  <a:lnTo>
                    <a:pt x="1956816" y="1911096"/>
                  </a:lnTo>
                  <a:lnTo>
                    <a:pt x="1842516" y="1911096"/>
                  </a:lnTo>
                  <a:lnTo>
                    <a:pt x="1011936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7C4AE78-BE2F-BE33-D3C9-B3DDCEA176F9}"/>
                </a:ext>
              </a:extLst>
            </p:cNvPr>
            <p:cNvSpPr/>
            <p:nvPr/>
          </p:nvSpPr>
          <p:spPr>
            <a:xfrm>
              <a:off x="8108442" y="2136648"/>
              <a:ext cx="1722120" cy="1676400"/>
            </a:xfrm>
            <a:custGeom>
              <a:avLst/>
              <a:gdLst>
                <a:gd name="connsiteX0" fmla="*/ 1728216 w 1722120"/>
                <a:gd name="connsiteY0" fmla="*/ 1682496 h 1676400"/>
                <a:gd name="connsiteX1" fmla="*/ 0 w 1722120"/>
                <a:gd name="connsiteY1" fmla="*/ 0 h 1676400"/>
                <a:gd name="connsiteX2" fmla="*/ 0 w 1722120"/>
                <a:gd name="connsiteY2" fmla="*/ 682752 h 1676400"/>
                <a:gd name="connsiteX3" fmla="*/ 11430 w 1722120"/>
                <a:gd name="connsiteY3" fmla="*/ 682752 h 1676400"/>
                <a:gd name="connsiteX4" fmla="*/ 1011936 w 1722120"/>
                <a:gd name="connsiteY4" fmla="*/ 1683258 h 1676400"/>
                <a:gd name="connsiteX5" fmla="*/ 1011936 w 1722120"/>
                <a:gd name="connsiteY5" fmla="*/ 1683258 h 1676400"/>
                <a:gd name="connsiteX6" fmla="*/ 1728216 w 1722120"/>
                <a:gd name="connsiteY6" fmla="*/ 1682496 h 1676400"/>
                <a:gd name="connsiteX7" fmla="*/ 1728216 w 1722120"/>
                <a:gd name="connsiteY7" fmla="*/ 1682496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1728216" y="1682496"/>
                  </a:moveTo>
                  <a:cubicBezTo>
                    <a:pt x="1728216" y="784098"/>
                    <a:pt x="1000506" y="0"/>
                    <a:pt x="0" y="0"/>
                  </a:cubicBezTo>
                  <a:lnTo>
                    <a:pt x="0" y="682752"/>
                  </a:lnTo>
                  <a:cubicBezTo>
                    <a:pt x="3810" y="682752"/>
                    <a:pt x="7620" y="682752"/>
                    <a:pt x="11430" y="682752"/>
                  </a:cubicBezTo>
                  <a:cubicBezTo>
                    <a:pt x="579882" y="682752"/>
                    <a:pt x="1011936" y="1149096"/>
                    <a:pt x="1011936" y="1683258"/>
                  </a:cubicBezTo>
                  <a:cubicBezTo>
                    <a:pt x="1011936" y="1683258"/>
                    <a:pt x="1011936" y="1683258"/>
                    <a:pt x="1011936" y="1683258"/>
                  </a:cubicBezTo>
                  <a:lnTo>
                    <a:pt x="1728216" y="1682496"/>
                  </a:lnTo>
                  <a:cubicBezTo>
                    <a:pt x="1728216" y="1682496"/>
                    <a:pt x="1728216" y="1682496"/>
                    <a:pt x="1728216" y="1682496"/>
                  </a:cubicBez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54BB617-D510-31EB-73AD-0F1785D67B2D}"/>
                </a:ext>
              </a:extLst>
            </p:cNvPr>
            <p:cNvSpPr/>
            <p:nvPr/>
          </p:nvSpPr>
          <p:spPr>
            <a:xfrm>
              <a:off x="7994142" y="3705606"/>
              <a:ext cx="1950720" cy="1905000"/>
            </a:xfrm>
            <a:custGeom>
              <a:avLst/>
              <a:gdLst>
                <a:gd name="connsiteX0" fmla="*/ 0 w 1950720"/>
                <a:gd name="connsiteY0" fmla="*/ 1911096 h 1905000"/>
                <a:gd name="connsiteX1" fmla="*/ 0 w 1950720"/>
                <a:gd name="connsiteY1" fmla="*/ 998982 h 1905000"/>
                <a:gd name="connsiteX2" fmla="*/ 115825 w 1950720"/>
                <a:gd name="connsiteY2" fmla="*/ 1000506 h 1905000"/>
                <a:gd name="connsiteX3" fmla="*/ 121158 w 1950720"/>
                <a:gd name="connsiteY3" fmla="*/ 1000506 h 1905000"/>
                <a:gd name="connsiteX4" fmla="*/ 125730 w 1950720"/>
                <a:gd name="connsiteY4" fmla="*/ 1000506 h 1905000"/>
                <a:gd name="connsiteX5" fmla="*/ 757428 w 1950720"/>
                <a:gd name="connsiteY5" fmla="*/ 735330 h 1905000"/>
                <a:gd name="connsiteX6" fmla="*/ 1011936 w 1950720"/>
                <a:gd name="connsiteY6" fmla="*/ 114300 h 1905000"/>
                <a:gd name="connsiteX7" fmla="*/ 1011936 w 1950720"/>
                <a:gd name="connsiteY7" fmla="*/ 0 h 1905000"/>
                <a:gd name="connsiteX8" fmla="*/ 1126236 w 1950720"/>
                <a:gd name="connsiteY8" fmla="*/ 0 h 1905000"/>
                <a:gd name="connsiteX9" fmla="*/ 1956816 w 1950720"/>
                <a:gd name="connsiteY9" fmla="*/ 0 h 1905000"/>
                <a:gd name="connsiteX10" fmla="*/ 1956816 w 1950720"/>
                <a:gd name="connsiteY10" fmla="*/ 114300 h 1905000"/>
                <a:gd name="connsiteX11" fmla="*/ 1818895 w 1950720"/>
                <a:gd name="connsiteY11" fmla="*/ 800100 h 1905000"/>
                <a:gd name="connsiteX12" fmla="*/ 1434846 w 1950720"/>
                <a:gd name="connsiteY12" fmla="*/ 1373124 h 1905000"/>
                <a:gd name="connsiteX13" fmla="*/ 114300 w 1950720"/>
                <a:gd name="connsiteY13" fmla="*/ 1911096 h 1905000"/>
                <a:gd name="connsiteX14" fmla="*/ 0 w 1950720"/>
                <a:gd name="connsiteY14" fmla="*/ 1911096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50720" h="1905000">
                  <a:moveTo>
                    <a:pt x="0" y="1911096"/>
                  </a:moveTo>
                  <a:lnTo>
                    <a:pt x="0" y="998982"/>
                  </a:lnTo>
                  <a:lnTo>
                    <a:pt x="115825" y="1000506"/>
                  </a:lnTo>
                  <a:lnTo>
                    <a:pt x="121158" y="1000506"/>
                  </a:lnTo>
                  <a:cubicBezTo>
                    <a:pt x="122682" y="1000506"/>
                    <a:pt x="124206" y="1000506"/>
                    <a:pt x="125730" y="1000506"/>
                  </a:cubicBezTo>
                  <a:cubicBezTo>
                    <a:pt x="365760" y="1000506"/>
                    <a:pt x="589788" y="906018"/>
                    <a:pt x="757428" y="735330"/>
                  </a:cubicBezTo>
                  <a:cubicBezTo>
                    <a:pt x="921258" y="566928"/>
                    <a:pt x="1011936" y="346710"/>
                    <a:pt x="1011936" y="114300"/>
                  </a:cubicBezTo>
                  <a:lnTo>
                    <a:pt x="1011936" y="0"/>
                  </a:lnTo>
                  <a:lnTo>
                    <a:pt x="1126236" y="0"/>
                  </a:lnTo>
                  <a:lnTo>
                    <a:pt x="1956816" y="0"/>
                  </a:lnTo>
                  <a:lnTo>
                    <a:pt x="1956816" y="114300"/>
                  </a:lnTo>
                  <a:cubicBezTo>
                    <a:pt x="1956816" y="351282"/>
                    <a:pt x="1910335" y="582168"/>
                    <a:pt x="1818895" y="800100"/>
                  </a:cubicBezTo>
                  <a:cubicBezTo>
                    <a:pt x="1728978" y="1014984"/>
                    <a:pt x="1599438" y="1207008"/>
                    <a:pt x="1434846" y="1373124"/>
                  </a:cubicBezTo>
                  <a:cubicBezTo>
                    <a:pt x="1089660" y="1719834"/>
                    <a:pt x="620268" y="1911096"/>
                    <a:pt x="114300" y="1911096"/>
                  </a:cubicBezTo>
                  <a:lnTo>
                    <a:pt x="0" y="1911096"/>
                  </a:lnTo>
                  <a:close/>
                </a:path>
              </a:pathLst>
            </a:custGeom>
            <a:solidFill>
              <a:srgbClr val="FFFFFF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88D9501-7886-A541-C77E-EF473495A00F}"/>
                </a:ext>
              </a:extLst>
            </p:cNvPr>
            <p:cNvSpPr/>
            <p:nvPr/>
          </p:nvSpPr>
          <p:spPr>
            <a:xfrm>
              <a:off x="8108442" y="3819144"/>
              <a:ext cx="1722120" cy="1676400"/>
            </a:xfrm>
            <a:custGeom>
              <a:avLst/>
              <a:gdLst>
                <a:gd name="connsiteX0" fmla="*/ 1011936 w 1722120"/>
                <a:gd name="connsiteY0" fmla="*/ 0 h 1676400"/>
                <a:gd name="connsiteX1" fmla="*/ 1011936 w 1722120"/>
                <a:gd name="connsiteY1" fmla="*/ 0 h 1676400"/>
                <a:gd name="connsiteX2" fmla="*/ 11430 w 1722120"/>
                <a:gd name="connsiteY2" fmla="*/ 1000506 h 1676400"/>
                <a:gd name="connsiteX3" fmla="*/ 0 w 1722120"/>
                <a:gd name="connsiteY3" fmla="*/ 1000506 h 1676400"/>
                <a:gd name="connsiteX4" fmla="*/ 0 w 1722120"/>
                <a:gd name="connsiteY4" fmla="*/ 1682496 h 1676400"/>
                <a:gd name="connsiteX5" fmla="*/ 1728216 w 1722120"/>
                <a:gd name="connsiteY5" fmla="*/ 0 h 1676400"/>
                <a:gd name="connsiteX6" fmla="*/ 1728216 w 1722120"/>
                <a:gd name="connsiteY6" fmla="*/ 0 h 1676400"/>
                <a:gd name="connsiteX7" fmla="*/ 1011936 w 1722120"/>
                <a:gd name="connsiteY7" fmla="*/ 0 h 167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2120" h="1676400">
                  <a:moveTo>
                    <a:pt x="1011936" y="0"/>
                  </a:moveTo>
                  <a:cubicBezTo>
                    <a:pt x="1011936" y="762"/>
                    <a:pt x="1011936" y="762"/>
                    <a:pt x="1011936" y="0"/>
                  </a:cubicBezTo>
                  <a:cubicBezTo>
                    <a:pt x="1011936" y="534162"/>
                    <a:pt x="579882" y="1000506"/>
                    <a:pt x="11430" y="1000506"/>
                  </a:cubicBezTo>
                  <a:cubicBezTo>
                    <a:pt x="7620" y="1000506"/>
                    <a:pt x="3810" y="1000506"/>
                    <a:pt x="0" y="1000506"/>
                  </a:cubicBezTo>
                  <a:lnTo>
                    <a:pt x="0" y="1682496"/>
                  </a:lnTo>
                  <a:cubicBezTo>
                    <a:pt x="1000506" y="1682496"/>
                    <a:pt x="1728216" y="898398"/>
                    <a:pt x="1728216" y="0"/>
                  </a:cubicBezTo>
                  <a:cubicBezTo>
                    <a:pt x="1728216" y="0"/>
                    <a:pt x="1728216" y="0"/>
                    <a:pt x="1728216" y="0"/>
                  </a:cubicBezTo>
                  <a:lnTo>
                    <a:pt x="1011936" y="0"/>
                  </a:lnTo>
                  <a:close/>
                </a:path>
              </a:pathLst>
            </a:custGeom>
            <a:solidFill>
              <a:schemeClr val="accent2"/>
            </a:solidFill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342900">
                <a:defRPr/>
              </a:pPr>
              <a:endParaRPr lang="en-US" sz="1013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1" name="Slide Zoom 100">
                <a:extLst>
                  <a:ext uri="{FF2B5EF4-FFF2-40B4-BE49-F238E27FC236}">
                    <a16:creationId xmlns:a16="http://schemas.microsoft.com/office/drawing/2014/main" id="{868CB45C-8901-BCEE-D9BD-3357D99C50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9383" y="3744176"/>
              <a:ext cx="1269875" cy="714305"/>
            </p:xfrm>
            <a:graphic>
              <a:graphicData uri="http://schemas.microsoft.com/office/powerpoint/2016/slidezoom">
                <pslz:sldZm>
                  <pslz:sldZmObj sldId="671" cId="2099442430">
                    <pslz:zmPr id="{A0CDDF01-4CA5-4F6D-A230-4EFFCA7BDB1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9875" cy="7143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1" name="Slide Zoom 100">
                <a:extLst>
                  <a:ext uri="{FF2B5EF4-FFF2-40B4-BE49-F238E27FC236}">
                    <a16:creationId xmlns:a16="http://schemas.microsoft.com/office/drawing/2014/main" id="{868CB45C-8901-BCEE-D9BD-3357D99C50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383" y="3744176"/>
                <a:ext cx="1269875" cy="71430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D56E8FC-BA49-7F76-7921-1325B97C3876}"/>
              </a:ext>
            </a:extLst>
          </p:cNvPr>
          <p:cNvGrpSpPr/>
          <p:nvPr/>
        </p:nvGrpSpPr>
        <p:grpSpPr>
          <a:xfrm>
            <a:off x="6334449" y="994114"/>
            <a:ext cx="1341435" cy="840764"/>
            <a:chOff x="8722733" y="67528"/>
            <a:chExt cx="1788580" cy="1121018"/>
          </a:xfrm>
        </p:grpSpPr>
        <p:pic>
          <p:nvPicPr>
            <p:cNvPr id="5122" name="Picture 2" descr="Proteus: Arduino simulator">
              <a:extLst>
                <a:ext uri="{FF2B5EF4-FFF2-40B4-BE49-F238E27FC236}">
                  <a16:creationId xmlns:a16="http://schemas.microsoft.com/office/drawing/2014/main" id="{5760EA4C-31C3-DF1D-9FE7-199AB409C3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8938" y="67528"/>
              <a:ext cx="922375" cy="634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Picture 8" descr="PCB Design and Circuit Simulator Software - Proteus">
              <a:extLst>
                <a:ext uri="{FF2B5EF4-FFF2-40B4-BE49-F238E27FC236}">
                  <a16:creationId xmlns:a16="http://schemas.microsoft.com/office/drawing/2014/main" id="{D878FB37-18D1-10A4-B764-B2B1E7E22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2733" y="395012"/>
              <a:ext cx="1222079" cy="793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" name="Picture 103" descr="A close up of a circuit board&#10;&#10;Description automatically generated">
            <a:extLst>
              <a:ext uri="{FF2B5EF4-FFF2-40B4-BE49-F238E27FC236}">
                <a16:creationId xmlns:a16="http://schemas.microsoft.com/office/drawing/2014/main" id="{8E8FBF62-CFE8-4E31-5D59-178CBB429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47886" y="907055"/>
            <a:ext cx="597654" cy="8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45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89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9BEB9-F817-A7A1-4FD7-70C063E3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9D9491F-489F-A36B-AE84-6E256F1312C7}"/>
              </a:ext>
            </a:extLst>
          </p:cNvPr>
          <p:cNvSpPr/>
          <p:nvPr/>
        </p:nvSpPr>
        <p:spPr>
          <a:xfrm flipV="1">
            <a:off x="0" y="2080727"/>
            <a:ext cx="9144000" cy="4926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B7804-E787-E293-DC08-9D00B406814C}"/>
              </a:ext>
            </a:extLst>
          </p:cNvPr>
          <p:cNvSpPr txBox="1"/>
          <p:nvPr/>
        </p:nvSpPr>
        <p:spPr>
          <a:xfrm>
            <a:off x="1995225" y="887745"/>
            <a:ext cx="5153549" cy="88431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ARDU-8051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13D676-616A-33D2-D810-A51F5A1D83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63" r="1392" b="1"/>
          <a:stretch>
            <a:fillRect/>
          </a:stretch>
        </p:blipFill>
        <p:spPr>
          <a:xfrm>
            <a:off x="1870811" y="2438906"/>
            <a:ext cx="5402378" cy="40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91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2331491" y="1188492"/>
            <a:ext cx="4481018" cy="4481017"/>
            <a:chOff x="1027113" y="1023938"/>
            <a:chExt cx="4937760" cy="4937759"/>
          </a:xfrm>
        </p:grpSpPr>
        <p:grpSp>
          <p:nvGrpSpPr>
            <p:cNvPr id="19" name="Group 4"/>
            <p:cNvGrpSpPr>
              <a:grpSpLocks noChangeAspect="1"/>
            </p:cNvGrpSpPr>
            <p:nvPr/>
          </p:nvGrpSpPr>
          <p:grpSpPr bwMode="auto">
            <a:xfrm>
              <a:off x="1027113" y="1023938"/>
              <a:ext cx="4937760" cy="4937759"/>
              <a:chOff x="647" y="645"/>
              <a:chExt cx="3126" cy="3126"/>
            </a:xfrm>
          </p:grpSpPr>
          <p:sp>
            <p:nvSpPr>
              <p:cNvPr id="21" name="Freeform 5"/>
              <p:cNvSpPr>
                <a:spLocks/>
              </p:cNvSpPr>
              <p:nvPr/>
            </p:nvSpPr>
            <p:spPr bwMode="auto">
              <a:xfrm>
                <a:off x="738" y="645"/>
                <a:ext cx="1644" cy="1299"/>
              </a:xfrm>
              <a:custGeom>
                <a:avLst/>
                <a:gdLst>
                  <a:gd name="T0" fmla="*/ 285 w 559"/>
                  <a:gd name="T1" fmla="*/ 442 h 442"/>
                  <a:gd name="T2" fmla="*/ 210 w 559"/>
                  <a:gd name="T3" fmla="*/ 415 h 442"/>
                  <a:gd name="T4" fmla="*/ 145 w 559"/>
                  <a:gd name="T5" fmla="*/ 335 h 442"/>
                  <a:gd name="T6" fmla="*/ 79 w 559"/>
                  <a:gd name="T7" fmla="*/ 379 h 442"/>
                  <a:gd name="T8" fmla="*/ 3 w 559"/>
                  <a:gd name="T9" fmla="*/ 355 h 442"/>
                  <a:gd name="T10" fmla="*/ 0 w 559"/>
                  <a:gd name="T11" fmla="*/ 350 h 442"/>
                  <a:gd name="T12" fmla="*/ 492 w 559"/>
                  <a:gd name="T13" fmla="*/ 0 h 442"/>
                  <a:gd name="T14" fmla="*/ 495 w 559"/>
                  <a:gd name="T15" fmla="*/ 1 h 442"/>
                  <a:gd name="T16" fmla="*/ 496 w 559"/>
                  <a:gd name="T17" fmla="*/ 90 h 442"/>
                  <a:gd name="T18" fmla="*/ 500 w 559"/>
                  <a:gd name="T19" fmla="*/ 94 h 442"/>
                  <a:gd name="T20" fmla="*/ 500 w 559"/>
                  <a:gd name="T21" fmla="*/ 213 h 442"/>
                  <a:gd name="T22" fmla="*/ 496 w 559"/>
                  <a:gd name="T23" fmla="*/ 217 h 442"/>
                  <a:gd name="T24" fmla="*/ 492 w 559"/>
                  <a:gd name="T25" fmla="*/ 302 h 442"/>
                  <a:gd name="T26" fmla="*/ 489 w 559"/>
                  <a:gd name="T27" fmla="*/ 302 h 442"/>
                  <a:gd name="T28" fmla="*/ 481 w 559"/>
                  <a:gd name="T29" fmla="*/ 303 h 442"/>
                  <a:gd name="T30" fmla="*/ 477 w 559"/>
                  <a:gd name="T31" fmla="*/ 303 h 442"/>
                  <a:gd name="T32" fmla="*/ 468 w 559"/>
                  <a:gd name="T33" fmla="*/ 304 h 442"/>
                  <a:gd name="T34" fmla="*/ 461 w 559"/>
                  <a:gd name="T35" fmla="*/ 305 h 442"/>
                  <a:gd name="T36" fmla="*/ 455 w 559"/>
                  <a:gd name="T37" fmla="*/ 306 h 442"/>
                  <a:gd name="T38" fmla="*/ 446 w 559"/>
                  <a:gd name="T39" fmla="*/ 308 h 442"/>
                  <a:gd name="T40" fmla="*/ 442 w 559"/>
                  <a:gd name="T41" fmla="*/ 309 h 442"/>
                  <a:gd name="T42" fmla="*/ 434 w 559"/>
                  <a:gd name="T43" fmla="*/ 312 h 442"/>
                  <a:gd name="T44" fmla="*/ 425 w 559"/>
                  <a:gd name="T45" fmla="*/ 315 h 442"/>
                  <a:gd name="T46" fmla="*/ 417 w 559"/>
                  <a:gd name="T47" fmla="*/ 318 h 442"/>
                  <a:gd name="T48" fmla="*/ 409 w 559"/>
                  <a:gd name="T49" fmla="*/ 321 h 442"/>
                  <a:gd name="T50" fmla="*/ 401 w 559"/>
                  <a:gd name="T51" fmla="*/ 325 h 442"/>
                  <a:gd name="T52" fmla="*/ 393 w 559"/>
                  <a:gd name="T53" fmla="*/ 328 h 442"/>
                  <a:gd name="T54" fmla="*/ 385 w 559"/>
                  <a:gd name="T55" fmla="*/ 333 h 442"/>
                  <a:gd name="T56" fmla="*/ 378 w 559"/>
                  <a:gd name="T57" fmla="*/ 337 h 442"/>
                  <a:gd name="T58" fmla="*/ 371 w 559"/>
                  <a:gd name="T59" fmla="*/ 342 h 442"/>
                  <a:gd name="T60" fmla="*/ 364 w 559"/>
                  <a:gd name="T61" fmla="*/ 347 h 442"/>
                  <a:gd name="T62" fmla="*/ 357 w 559"/>
                  <a:gd name="T63" fmla="*/ 352 h 442"/>
                  <a:gd name="T64" fmla="*/ 350 w 559"/>
                  <a:gd name="T65" fmla="*/ 358 h 442"/>
                  <a:gd name="T66" fmla="*/ 344 w 559"/>
                  <a:gd name="T67" fmla="*/ 363 h 442"/>
                  <a:gd name="T68" fmla="*/ 338 w 559"/>
                  <a:gd name="T69" fmla="*/ 369 h 442"/>
                  <a:gd name="T70" fmla="*/ 289 w 559"/>
                  <a:gd name="T71" fmla="*/ 44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9" h="442">
                    <a:moveTo>
                      <a:pt x="286" y="442"/>
                    </a:moveTo>
                    <a:cubicBezTo>
                      <a:pt x="285" y="442"/>
                      <a:pt x="285" y="442"/>
                      <a:pt x="285" y="442"/>
                    </a:cubicBezTo>
                    <a:cubicBezTo>
                      <a:pt x="213" y="420"/>
                      <a:pt x="213" y="420"/>
                      <a:pt x="213" y="420"/>
                    </a:cubicBezTo>
                    <a:cubicBezTo>
                      <a:pt x="211" y="419"/>
                      <a:pt x="210" y="417"/>
                      <a:pt x="210" y="415"/>
                    </a:cubicBezTo>
                    <a:cubicBezTo>
                      <a:pt x="211" y="411"/>
                      <a:pt x="212" y="406"/>
                      <a:pt x="212" y="402"/>
                    </a:cubicBezTo>
                    <a:cubicBezTo>
                      <a:pt x="212" y="365"/>
                      <a:pt x="182" y="335"/>
                      <a:pt x="145" y="335"/>
                    </a:cubicBezTo>
                    <a:cubicBezTo>
                      <a:pt x="118" y="335"/>
                      <a:pt x="93" y="351"/>
                      <a:pt x="83" y="376"/>
                    </a:cubicBezTo>
                    <a:cubicBezTo>
                      <a:pt x="82" y="378"/>
                      <a:pt x="81" y="379"/>
                      <a:pt x="79" y="379"/>
                    </a:cubicBezTo>
                    <a:cubicBezTo>
                      <a:pt x="79" y="379"/>
                      <a:pt x="78" y="379"/>
                      <a:pt x="78" y="378"/>
                    </a:cubicBezTo>
                    <a:cubicBezTo>
                      <a:pt x="3" y="355"/>
                      <a:pt x="3" y="355"/>
                      <a:pt x="3" y="355"/>
                    </a:cubicBezTo>
                    <a:cubicBezTo>
                      <a:pt x="2" y="355"/>
                      <a:pt x="1" y="354"/>
                      <a:pt x="0" y="353"/>
                    </a:cubicBezTo>
                    <a:cubicBezTo>
                      <a:pt x="0" y="352"/>
                      <a:pt x="0" y="351"/>
                      <a:pt x="0" y="350"/>
                    </a:cubicBezTo>
                    <a:cubicBezTo>
                      <a:pt x="37" y="249"/>
                      <a:pt x="103" y="162"/>
                      <a:pt x="191" y="99"/>
                    </a:cubicBezTo>
                    <a:cubicBezTo>
                      <a:pt x="280" y="36"/>
                      <a:pt x="384" y="2"/>
                      <a:pt x="492" y="0"/>
                    </a:cubicBezTo>
                    <a:cubicBezTo>
                      <a:pt x="492" y="0"/>
                      <a:pt x="492" y="0"/>
                      <a:pt x="492" y="0"/>
                    </a:cubicBezTo>
                    <a:cubicBezTo>
                      <a:pt x="493" y="0"/>
                      <a:pt x="494" y="0"/>
                      <a:pt x="495" y="1"/>
                    </a:cubicBezTo>
                    <a:cubicBezTo>
                      <a:pt x="495" y="2"/>
                      <a:pt x="496" y="3"/>
                      <a:pt x="496" y="4"/>
                    </a:cubicBezTo>
                    <a:cubicBezTo>
                      <a:pt x="496" y="90"/>
                      <a:pt x="496" y="90"/>
                      <a:pt x="496" y="90"/>
                    </a:cubicBezTo>
                    <a:cubicBezTo>
                      <a:pt x="496" y="93"/>
                      <a:pt x="498" y="94"/>
                      <a:pt x="500" y="94"/>
                    </a:cubicBezTo>
                    <a:cubicBezTo>
                      <a:pt x="500" y="94"/>
                      <a:pt x="500" y="94"/>
                      <a:pt x="500" y="94"/>
                    </a:cubicBezTo>
                    <a:cubicBezTo>
                      <a:pt x="533" y="95"/>
                      <a:pt x="559" y="121"/>
                      <a:pt x="559" y="154"/>
                    </a:cubicBezTo>
                    <a:cubicBezTo>
                      <a:pt x="559" y="186"/>
                      <a:pt x="533" y="213"/>
                      <a:pt x="500" y="213"/>
                    </a:cubicBezTo>
                    <a:cubicBezTo>
                      <a:pt x="500" y="213"/>
                      <a:pt x="500" y="213"/>
                      <a:pt x="500" y="213"/>
                    </a:cubicBezTo>
                    <a:cubicBezTo>
                      <a:pt x="498" y="213"/>
                      <a:pt x="496" y="214"/>
                      <a:pt x="496" y="217"/>
                    </a:cubicBezTo>
                    <a:cubicBezTo>
                      <a:pt x="496" y="298"/>
                      <a:pt x="496" y="298"/>
                      <a:pt x="496" y="298"/>
                    </a:cubicBezTo>
                    <a:cubicBezTo>
                      <a:pt x="496" y="300"/>
                      <a:pt x="494" y="302"/>
                      <a:pt x="492" y="302"/>
                    </a:cubicBezTo>
                    <a:cubicBezTo>
                      <a:pt x="491" y="302"/>
                      <a:pt x="491" y="302"/>
                      <a:pt x="491" y="302"/>
                    </a:cubicBezTo>
                    <a:cubicBezTo>
                      <a:pt x="490" y="302"/>
                      <a:pt x="489" y="302"/>
                      <a:pt x="489" y="302"/>
                    </a:cubicBezTo>
                    <a:cubicBezTo>
                      <a:pt x="487" y="302"/>
                      <a:pt x="487" y="302"/>
                      <a:pt x="487" y="302"/>
                    </a:cubicBezTo>
                    <a:cubicBezTo>
                      <a:pt x="485" y="303"/>
                      <a:pt x="483" y="303"/>
                      <a:pt x="481" y="303"/>
                    </a:cubicBezTo>
                    <a:cubicBezTo>
                      <a:pt x="481" y="303"/>
                      <a:pt x="480" y="303"/>
                      <a:pt x="479" y="303"/>
                    </a:cubicBezTo>
                    <a:cubicBezTo>
                      <a:pt x="477" y="303"/>
                      <a:pt x="477" y="303"/>
                      <a:pt x="477" y="303"/>
                    </a:cubicBezTo>
                    <a:cubicBezTo>
                      <a:pt x="476" y="303"/>
                      <a:pt x="474" y="303"/>
                      <a:pt x="472" y="304"/>
                    </a:cubicBezTo>
                    <a:cubicBezTo>
                      <a:pt x="472" y="304"/>
                      <a:pt x="468" y="304"/>
                      <a:pt x="468" y="304"/>
                    </a:cubicBezTo>
                    <a:cubicBezTo>
                      <a:pt x="466" y="305"/>
                      <a:pt x="465" y="305"/>
                      <a:pt x="464" y="305"/>
                    </a:cubicBezTo>
                    <a:cubicBezTo>
                      <a:pt x="463" y="305"/>
                      <a:pt x="462" y="305"/>
                      <a:pt x="461" y="305"/>
                    </a:cubicBezTo>
                    <a:cubicBezTo>
                      <a:pt x="459" y="306"/>
                      <a:pt x="459" y="306"/>
                      <a:pt x="459" y="306"/>
                    </a:cubicBezTo>
                    <a:cubicBezTo>
                      <a:pt x="457" y="306"/>
                      <a:pt x="456" y="306"/>
                      <a:pt x="455" y="306"/>
                    </a:cubicBezTo>
                    <a:cubicBezTo>
                      <a:pt x="454" y="307"/>
                      <a:pt x="450" y="308"/>
                      <a:pt x="450" y="308"/>
                    </a:cubicBezTo>
                    <a:cubicBezTo>
                      <a:pt x="448" y="308"/>
                      <a:pt x="447" y="308"/>
                      <a:pt x="446" y="308"/>
                    </a:cubicBezTo>
                    <a:cubicBezTo>
                      <a:pt x="445" y="309"/>
                      <a:pt x="444" y="309"/>
                      <a:pt x="443" y="309"/>
                    </a:cubicBezTo>
                    <a:cubicBezTo>
                      <a:pt x="442" y="309"/>
                      <a:pt x="442" y="309"/>
                      <a:pt x="442" y="309"/>
                    </a:cubicBezTo>
                    <a:cubicBezTo>
                      <a:pt x="440" y="310"/>
                      <a:pt x="439" y="310"/>
                      <a:pt x="438" y="311"/>
                    </a:cubicBezTo>
                    <a:cubicBezTo>
                      <a:pt x="436" y="311"/>
                      <a:pt x="435" y="311"/>
                      <a:pt x="434" y="312"/>
                    </a:cubicBezTo>
                    <a:cubicBezTo>
                      <a:pt x="432" y="312"/>
                      <a:pt x="431" y="313"/>
                      <a:pt x="429" y="313"/>
                    </a:cubicBezTo>
                    <a:cubicBezTo>
                      <a:pt x="428" y="314"/>
                      <a:pt x="426" y="314"/>
                      <a:pt x="425" y="315"/>
                    </a:cubicBezTo>
                    <a:cubicBezTo>
                      <a:pt x="424" y="315"/>
                      <a:pt x="422" y="316"/>
                      <a:pt x="421" y="316"/>
                    </a:cubicBezTo>
                    <a:cubicBezTo>
                      <a:pt x="420" y="317"/>
                      <a:pt x="418" y="317"/>
                      <a:pt x="417" y="318"/>
                    </a:cubicBezTo>
                    <a:cubicBezTo>
                      <a:pt x="415" y="318"/>
                      <a:pt x="414" y="319"/>
                      <a:pt x="413" y="319"/>
                    </a:cubicBezTo>
                    <a:cubicBezTo>
                      <a:pt x="412" y="320"/>
                      <a:pt x="410" y="320"/>
                      <a:pt x="409" y="321"/>
                    </a:cubicBezTo>
                    <a:cubicBezTo>
                      <a:pt x="407" y="322"/>
                      <a:pt x="406" y="322"/>
                      <a:pt x="405" y="323"/>
                    </a:cubicBezTo>
                    <a:cubicBezTo>
                      <a:pt x="404" y="323"/>
                      <a:pt x="402" y="324"/>
                      <a:pt x="401" y="325"/>
                    </a:cubicBezTo>
                    <a:cubicBezTo>
                      <a:pt x="400" y="325"/>
                      <a:pt x="398" y="326"/>
                      <a:pt x="397" y="326"/>
                    </a:cubicBezTo>
                    <a:cubicBezTo>
                      <a:pt x="396" y="327"/>
                      <a:pt x="394" y="328"/>
                      <a:pt x="393" y="328"/>
                    </a:cubicBezTo>
                    <a:cubicBezTo>
                      <a:pt x="392" y="329"/>
                      <a:pt x="391" y="330"/>
                      <a:pt x="390" y="330"/>
                    </a:cubicBezTo>
                    <a:cubicBezTo>
                      <a:pt x="388" y="331"/>
                      <a:pt x="387" y="332"/>
                      <a:pt x="385" y="333"/>
                    </a:cubicBezTo>
                    <a:cubicBezTo>
                      <a:pt x="383" y="334"/>
                      <a:pt x="383" y="334"/>
                      <a:pt x="383" y="334"/>
                    </a:cubicBezTo>
                    <a:cubicBezTo>
                      <a:pt x="381" y="335"/>
                      <a:pt x="379" y="336"/>
                      <a:pt x="378" y="337"/>
                    </a:cubicBezTo>
                    <a:cubicBezTo>
                      <a:pt x="375" y="339"/>
                      <a:pt x="375" y="339"/>
                      <a:pt x="375" y="339"/>
                    </a:cubicBezTo>
                    <a:cubicBezTo>
                      <a:pt x="374" y="340"/>
                      <a:pt x="372" y="341"/>
                      <a:pt x="371" y="342"/>
                    </a:cubicBezTo>
                    <a:cubicBezTo>
                      <a:pt x="368" y="344"/>
                      <a:pt x="368" y="344"/>
                      <a:pt x="368" y="344"/>
                    </a:cubicBezTo>
                    <a:cubicBezTo>
                      <a:pt x="367" y="345"/>
                      <a:pt x="365" y="346"/>
                      <a:pt x="364" y="347"/>
                    </a:cubicBezTo>
                    <a:cubicBezTo>
                      <a:pt x="363" y="347"/>
                      <a:pt x="362" y="348"/>
                      <a:pt x="361" y="349"/>
                    </a:cubicBezTo>
                    <a:cubicBezTo>
                      <a:pt x="360" y="350"/>
                      <a:pt x="358" y="351"/>
                      <a:pt x="357" y="352"/>
                    </a:cubicBezTo>
                    <a:cubicBezTo>
                      <a:pt x="355" y="354"/>
                      <a:pt x="355" y="354"/>
                      <a:pt x="355" y="354"/>
                    </a:cubicBezTo>
                    <a:cubicBezTo>
                      <a:pt x="353" y="355"/>
                      <a:pt x="352" y="356"/>
                      <a:pt x="350" y="358"/>
                    </a:cubicBezTo>
                    <a:cubicBezTo>
                      <a:pt x="349" y="359"/>
                      <a:pt x="349" y="359"/>
                      <a:pt x="349" y="359"/>
                    </a:cubicBezTo>
                    <a:cubicBezTo>
                      <a:pt x="347" y="360"/>
                      <a:pt x="345" y="362"/>
                      <a:pt x="344" y="363"/>
                    </a:cubicBezTo>
                    <a:cubicBezTo>
                      <a:pt x="343" y="364"/>
                      <a:pt x="343" y="364"/>
                      <a:pt x="343" y="364"/>
                    </a:cubicBezTo>
                    <a:cubicBezTo>
                      <a:pt x="341" y="366"/>
                      <a:pt x="339" y="368"/>
                      <a:pt x="338" y="369"/>
                    </a:cubicBezTo>
                    <a:cubicBezTo>
                      <a:pt x="337" y="370"/>
                      <a:pt x="337" y="370"/>
                      <a:pt x="337" y="370"/>
                    </a:cubicBezTo>
                    <a:cubicBezTo>
                      <a:pt x="317" y="390"/>
                      <a:pt x="301" y="414"/>
                      <a:pt x="289" y="440"/>
                    </a:cubicBezTo>
                    <a:cubicBezTo>
                      <a:pt x="289" y="441"/>
                      <a:pt x="287" y="442"/>
                      <a:pt x="286" y="44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>
                  <a:defRPr/>
                </a:pPr>
                <a:endParaRPr lang="en-US" sz="1350">
                  <a:solidFill>
                    <a:srgbClr val="57565A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Freeform 6"/>
              <p:cNvSpPr>
                <a:spLocks/>
              </p:cNvSpPr>
              <p:nvPr/>
            </p:nvSpPr>
            <p:spPr bwMode="auto">
              <a:xfrm>
                <a:off x="2220" y="645"/>
                <a:ext cx="1462" cy="1360"/>
              </a:xfrm>
              <a:custGeom>
                <a:avLst/>
                <a:gdLst>
                  <a:gd name="T0" fmla="*/ 353 w 497"/>
                  <a:gd name="T1" fmla="*/ 463 h 463"/>
                  <a:gd name="T2" fmla="*/ 296 w 497"/>
                  <a:gd name="T3" fmla="*/ 420 h 463"/>
                  <a:gd name="T4" fmla="*/ 295 w 497"/>
                  <a:gd name="T5" fmla="*/ 418 h 463"/>
                  <a:gd name="T6" fmla="*/ 293 w 497"/>
                  <a:gd name="T7" fmla="*/ 417 h 463"/>
                  <a:gd name="T8" fmla="*/ 291 w 497"/>
                  <a:gd name="T9" fmla="*/ 417 h 463"/>
                  <a:gd name="T10" fmla="*/ 211 w 497"/>
                  <a:gd name="T11" fmla="*/ 442 h 463"/>
                  <a:gd name="T12" fmla="*/ 210 w 497"/>
                  <a:gd name="T13" fmla="*/ 442 h 463"/>
                  <a:gd name="T14" fmla="*/ 207 w 497"/>
                  <a:gd name="T15" fmla="*/ 440 h 463"/>
                  <a:gd name="T16" fmla="*/ 5 w 497"/>
                  <a:gd name="T17" fmla="*/ 302 h 463"/>
                  <a:gd name="T18" fmla="*/ 4 w 497"/>
                  <a:gd name="T19" fmla="*/ 302 h 463"/>
                  <a:gd name="T20" fmla="*/ 0 w 497"/>
                  <a:gd name="T21" fmla="*/ 298 h 463"/>
                  <a:gd name="T22" fmla="*/ 0 w 497"/>
                  <a:gd name="T23" fmla="*/ 224 h 463"/>
                  <a:gd name="T24" fmla="*/ 3 w 497"/>
                  <a:gd name="T25" fmla="*/ 220 h 463"/>
                  <a:gd name="T26" fmla="*/ 63 w 497"/>
                  <a:gd name="T27" fmla="*/ 154 h 463"/>
                  <a:gd name="T28" fmla="*/ 3 w 497"/>
                  <a:gd name="T29" fmla="*/ 87 h 463"/>
                  <a:gd name="T30" fmla="*/ 0 w 497"/>
                  <a:gd name="T31" fmla="*/ 83 h 463"/>
                  <a:gd name="T32" fmla="*/ 0 w 497"/>
                  <a:gd name="T33" fmla="*/ 4 h 463"/>
                  <a:gd name="T34" fmla="*/ 4 w 497"/>
                  <a:gd name="T35" fmla="*/ 0 h 463"/>
                  <a:gd name="T36" fmla="*/ 4 w 497"/>
                  <a:gd name="T37" fmla="*/ 0 h 463"/>
                  <a:gd name="T38" fmla="*/ 5 w 497"/>
                  <a:gd name="T39" fmla="*/ 0 h 463"/>
                  <a:gd name="T40" fmla="*/ 496 w 497"/>
                  <a:gd name="T41" fmla="*/ 350 h 463"/>
                  <a:gd name="T42" fmla="*/ 496 w 497"/>
                  <a:gd name="T43" fmla="*/ 354 h 463"/>
                  <a:gd name="T44" fmla="*/ 494 w 497"/>
                  <a:gd name="T45" fmla="*/ 356 h 463"/>
                  <a:gd name="T46" fmla="*/ 412 w 497"/>
                  <a:gd name="T47" fmla="*/ 381 h 463"/>
                  <a:gd name="T48" fmla="*/ 410 w 497"/>
                  <a:gd name="T49" fmla="*/ 383 h 463"/>
                  <a:gd name="T50" fmla="*/ 409 w 497"/>
                  <a:gd name="T51" fmla="*/ 386 h 463"/>
                  <a:gd name="T52" fmla="*/ 412 w 497"/>
                  <a:gd name="T53" fmla="*/ 404 h 463"/>
                  <a:gd name="T54" fmla="*/ 353 w 497"/>
                  <a:gd name="T55" fmla="*/ 463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97" h="463">
                    <a:moveTo>
                      <a:pt x="353" y="463"/>
                    </a:moveTo>
                    <a:cubicBezTo>
                      <a:pt x="327" y="463"/>
                      <a:pt x="304" y="446"/>
                      <a:pt x="296" y="420"/>
                    </a:cubicBezTo>
                    <a:cubicBezTo>
                      <a:pt x="296" y="419"/>
                      <a:pt x="295" y="418"/>
                      <a:pt x="295" y="418"/>
                    </a:cubicBezTo>
                    <a:cubicBezTo>
                      <a:pt x="294" y="417"/>
                      <a:pt x="293" y="417"/>
                      <a:pt x="293" y="417"/>
                    </a:cubicBezTo>
                    <a:cubicBezTo>
                      <a:pt x="292" y="417"/>
                      <a:pt x="292" y="417"/>
                      <a:pt x="291" y="417"/>
                    </a:cubicBezTo>
                    <a:cubicBezTo>
                      <a:pt x="211" y="442"/>
                      <a:pt x="211" y="442"/>
                      <a:pt x="211" y="442"/>
                    </a:cubicBezTo>
                    <a:cubicBezTo>
                      <a:pt x="211" y="442"/>
                      <a:pt x="211" y="442"/>
                      <a:pt x="210" y="442"/>
                    </a:cubicBezTo>
                    <a:cubicBezTo>
                      <a:pt x="209" y="442"/>
                      <a:pt x="207" y="441"/>
                      <a:pt x="207" y="440"/>
                    </a:cubicBezTo>
                    <a:cubicBezTo>
                      <a:pt x="171" y="360"/>
                      <a:pt x="92" y="306"/>
                      <a:pt x="5" y="302"/>
                    </a:cubicBezTo>
                    <a:cubicBezTo>
                      <a:pt x="4" y="302"/>
                      <a:pt x="4" y="302"/>
                      <a:pt x="4" y="302"/>
                    </a:cubicBezTo>
                    <a:cubicBezTo>
                      <a:pt x="1" y="302"/>
                      <a:pt x="0" y="300"/>
                      <a:pt x="0" y="298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2"/>
                      <a:pt x="1" y="221"/>
                      <a:pt x="3" y="220"/>
                    </a:cubicBezTo>
                    <a:cubicBezTo>
                      <a:pt x="37" y="217"/>
                      <a:pt x="63" y="188"/>
                      <a:pt x="63" y="154"/>
                    </a:cubicBezTo>
                    <a:cubicBezTo>
                      <a:pt x="63" y="119"/>
                      <a:pt x="37" y="91"/>
                      <a:pt x="3" y="87"/>
                    </a:cubicBezTo>
                    <a:cubicBezTo>
                      <a:pt x="1" y="87"/>
                      <a:pt x="0" y="85"/>
                      <a:pt x="0" y="8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24" y="4"/>
                      <a:pt x="421" y="145"/>
                      <a:pt x="496" y="350"/>
                    </a:cubicBezTo>
                    <a:cubicBezTo>
                      <a:pt x="497" y="351"/>
                      <a:pt x="496" y="353"/>
                      <a:pt x="496" y="354"/>
                    </a:cubicBezTo>
                    <a:cubicBezTo>
                      <a:pt x="495" y="355"/>
                      <a:pt x="495" y="355"/>
                      <a:pt x="494" y="356"/>
                    </a:cubicBezTo>
                    <a:cubicBezTo>
                      <a:pt x="412" y="381"/>
                      <a:pt x="412" y="381"/>
                      <a:pt x="412" y="381"/>
                    </a:cubicBezTo>
                    <a:cubicBezTo>
                      <a:pt x="411" y="381"/>
                      <a:pt x="410" y="382"/>
                      <a:pt x="410" y="383"/>
                    </a:cubicBezTo>
                    <a:cubicBezTo>
                      <a:pt x="409" y="383"/>
                      <a:pt x="409" y="385"/>
                      <a:pt x="409" y="386"/>
                    </a:cubicBezTo>
                    <a:cubicBezTo>
                      <a:pt x="411" y="392"/>
                      <a:pt x="412" y="398"/>
                      <a:pt x="412" y="404"/>
                    </a:cubicBezTo>
                    <a:cubicBezTo>
                      <a:pt x="412" y="437"/>
                      <a:pt x="386" y="463"/>
                      <a:pt x="353" y="4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>
                  <a:defRPr/>
                </a:pPr>
                <a:endParaRPr lang="en-US" sz="1350">
                  <a:solidFill>
                    <a:srgbClr val="57565A"/>
                  </a:solidFill>
                  <a:latin typeface="Calibri" panose="020F0502020204030204"/>
                </a:endParaRPr>
              </a:p>
            </p:txBody>
          </p:sp>
          <p:sp>
            <p:nvSpPr>
              <p:cNvPr id="23" name="Freeform 7"/>
              <p:cNvSpPr>
                <a:spLocks/>
              </p:cNvSpPr>
              <p:nvPr/>
            </p:nvSpPr>
            <p:spPr bwMode="auto">
              <a:xfrm>
                <a:off x="2623" y="1712"/>
                <a:ext cx="1150" cy="1745"/>
              </a:xfrm>
              <a:custGeom>
                <a:avLst/>
                <a:gdLst>
                  <a:gd name="T0" fmla="*/ 177 w 391"/>
                  <a:gd name="T1" fmla="*/ 594 h 594"/>
                  <a:gd name="T2" fmla="*/ 177 w 391"/>
                  <a:gd name="T3" fmla="*/ 594 h 594"/>
                  <a:gd name="T4" fmla="*/ 174 w 391"/>
                  <a:gd name="T5" fmla="*/ 593 h 594"/>
                  <a:gd name="T6" fmla="*/ 122 w 391"/>
                  <a:gd name="T7" fmla="*/ 521 h 594"/>
                  <a:gd name="T8" fmla="*/ 119 w 391"/>
                  <a:gd name="T9" fmla="*/ 519 h 594"/>
                  <a:gd name="T10" fmla="*/ 119 w 391"/>
                  <a:gd name="T11" fmla="*/ 519 h 594"/>
                  <a:gd name="T12" fmla="*/ 116 w 391"/>
                  <a:gd name="T13" fmla="*/ 520 h 594"/>
                  <a:gd name="T14" fmla="*/ 82 w 391"/>
                  <a:gd name="T15" fmla="*/ 531 h 594"/>
                  <a:gd name="T16" fmla="*/ 23 w 391"/>
                  <a:gd name="T17" fmla="*/ 472 h 594"/>
                  <a:gd name="T18" fmla="*/ 47 w 391"/>
                  <a:gd name="T19" fmla="*/ 424 h 594"/>
                  <a:gd name="T20" fmla="*/ 49 w 391"/>
                  <a:gd name="T21" fmla="*/ 422 h 594"/>
                  <a:gd name="T22" fmla="*/ 48 w 391"/>
                  <a:gd name="T23" fmla="*/ 419 h 594"/>
                  <a:gd name="T24" fmla="*/ 1 w 391"/>
                  <a:gd name="T25" fmla="*/ 354 h 594"/>
                  <a:gd name="T26" fmla="*/ 2 w 391"/>
                  <a:gd name="T27" fmla="*/ 349 h 594"/>
                  <a:gd name="T28" fmla="*/ 12 w 391"/>
                  <a:gd name="T29" fmla="*/ 340 h 594"/>
                  <a:gd name="T30" fmla="*/ 12 w 391"/>
                  <a:gd name="T31" fmla="*/ 340 h 594"/>
                  <a:gd name="T32" fmla="*/ 15 w 391"/>
                  <a:gd name="T33" fmla="*/ 338 h 594"/>
                  <a:gd name="T34" fmla="*/ 21 w 391"/>
                  <a:gd name="T35" fmla="*/ 332 h 594"/>
                  <a:gd name="T36" fmla="*/ 22 w 391"/>
                  <a:gd name="T37" fmla="*/ 331 h 594"/>
                  <a:gd name="T38" fmla="*/ 24 w 391"/>
                  <a:gd name="T39" fmla="*/ 329 h 594"/>
                  <a:gd name="T40" fmla="*/ 29 w 391"/>
                  <a:gd name="T41" fmla="*/ 323 h 594"/>
                  <a:gd name="T42" fmla="*/ 30 w 391"/>
                  <a:gd name="T43" fmla="*/ 322 h 594"/>
                  <a:gd name="T44" fmla="*/ 30 w 391"/>
                  <a:gd name="T45" fmla="*/ 322 h 594"/>
                  <a:gd name="T46" fmla="*/ 31 w 391"/>
                  <a:gd name="T47" fmla="*/ 321 h 594"/>
                  <a:gd name="T48" fmla="*/ 32 w 391"/>
                  <a:gd name="T49" fmla="*/ 321 h 594"/>
                  <a:gd name="T50" fmla="*/ 89 w 391"/>
                  <a:gd name="T51" fmla="*/ 169 h 594"/>
                  <a:gd name="T52" fmla="*/ 88 w 391"/>
                  <a:gd name="T53" fmla="*/ 147 h 594"/>
                  <a:gd name="T54" fmla="*/ 85 w 391"/>
                  <a:gd name="T55" fmla="*/ 125 h 594"/>
                  <a:gd name="T56" fmla="*/ 79 w 391"/>
                  <a:gd name="T57" fmla="*/ 104 h 594"/>
                  <a:gd name="T58" fmla="*/ 75 w 391"/>
                  <a:gd name="T59" fmla="*/ 91 h 594"/>
                  <a:gd name="T60" fmla="*/ 76 w 391"/>
                  <a:gd name="T61" fmla="*/ 88 h 594"/>
                  <a:gd name="T62" fmla="*/ 78 w 391"/>
                  <a:gd name="T63" fmla="*/ 86 h 594"/>
                  <a:gd name="T64" fmla="*/ 149 w 391"/>
                  <a:gd name="T65" fmla="*/ 64 h 594"/>
                  <a:gd name="T66" fmla="*/ 151 w 391"/>
                  <a:gd name="T67" fmla="*/ 64 h 594"/>
                  <a:gd name="T68" fmla="*/ 154 w 391"/>
                  <a:gd name="T69" fmla="*/ 67 h 594"/>
                  <a:gd name="T70" fmla="*/ 216 w 391"/>
                  <a:gd name="T71" fmla="*/ 108 h 594"/>
                  <a:gd name="T72" fmla="*/ 283 w 391"/>
                  <a:gd name="T73" fmla="*/ 41 h 594"/>
                  <a:gd name="T74" fmla="*/ 282 w 391"/>
                  <a:gd name="T75" fmla="*/ 28 h 594"/>
                  <a:gd name="T76" fmla="*/ 285 w 391"/>
                  <a:gd name="T77" fmla="*/ 23 h 594"/>
                  <a:gd name="T78" fmla="*/ 359 w 391"/>
                  <a:gd name="T79" fmla="*/ 0 h 594"/>
                  <a:gd name="T80" fmla="*/ 361 w 391"/>
                  <a:gd name="T81" fmla="*/ 0 h 594"/>
                  <a:gd name="T82" fmla="*/ 364 w 391"/>
                  <a:gd name="T83" fmla="*/ 3 h 594"/>
                  <a:gd name="T84" fmla="*/ 366 w 391"/>
                  <a:gd name="T85" fmla="*/ 7 h 594"/>
                  <a:gd name="T86" fmla="*/ 391 w 391"/>
                  <a:gd name="T87" fmla="*/ 169 h 594"/>
                  <a:gd name="T88" fmla="*/ 190 w 391"/>
                  <a:gd name="T89" fmla="*/ 585 h 594"/>
                  <a:gd name="T90" fmla="*/ 186 w 391"/>
                  <a:gd name="T91" fmla="*/ 588 h 594"/>
                  <a:gd name="T92" fmla="*/ 180 w 391"/>
                  <a:gd name="T93" fmla="*/ 594 h 594"/>
                  <a:gd name="T94" fmla="*/ 177 w 391"/>
                  <a:gd name="T95" fmla="*/ 594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91" h="594">
                    <a:moveTo>
                      <a:pt x="177" y="594"/>
                    </a:moveTo>
                    <a:cubicBezTo>
                      <a:pt x="177" y="594"/>
                      <a:pt x="177" y="594"/>
                      <a:pt x="177" y="594"/>
                    </a:cubicBezTo>
                    <a:cubicBezTo>
                      <a:pt x="175" y="594"/>
                      <a:pt x="175" y="594"/>
                      <a:pt x="174" y="593"/>
                    </a:cubicBezTo>
                    <a:cubicBezTo>
                      <a:pt x="122" y="521"/>
                      <a:pt x="122" y="521"/>
                      <a:pt x="122" y="521"/>
                    </a:cubicBezTo>
                    <a:cubicBezTo>
                      <a:pt x="121" y="520"/>
                      <a:pt x="120" y="519"/>
                      <a:pt x="119" y="519"/>
                    </a:cubicBezTo>
                    <a:cubicBezTo>
                      <a:pt x="119" y="519"/>
                      <a:pt x="119" y="519"/>
                      <a:pt x="119" y="519"/>
                    </a:cubicBezTo>
                    <a:cubicBezTo>
                      <a:pt x="118" y="519"/>
                      <a:pt x="117" y="520"/>
                      <a:pt x="116" y="520"/>
                    </a:cubicBezTo>
                    <a:cubicBezTo>
                      <a:pt x="106" y="527"/>
                      <a:pt x="94" y="531"/>
                      <a:pt x="82" y="531"/>
                    </a:cubicBezTo>
                    <a:cubicBezTo>
                      <a:pt x="49" y="531"/>
                      <a:pt x="23" y="505"/>
                      <a:pt x="23" y="472"/>
                    </a:cubicBezTo>
                    <a:cubicBezTo>
                      <a:pt x="23" y="453"/>
                      <a:pt x="32" y="435"/>
                      <a:pt x="47" y="424"/>
                    </a:cubicBezTo>
                    <a:cubicBezTo>
                      <a:pt x="48" y="424"/>
                      <a:pt x="49" y="423"/>
                      <a:pt x="49" y="422"/>
                    </a:cubicBezTo>
                    <a:cubicBezTo>
                      <a:pt x="49" y="421"/>
                      <a:pt x="49" y="420"/>
                      <a:pt x="48" y="419"/>
                    </a:cubicBezTo>
                    <a:cubicBezTo>
                      <a:pt x="1" y="354"/>
                      <a:pt x="1" y="354"/>
                      <a:pt x="1" y="354"/>
                    </a:cubicBezTo>
                    <a:cubicBezTo>
                      <a:pt x="0" y="353"/>
                      <a:pt x="0" y="350"/>
                      <a:pt x="2" y="349"/>
                    </a:cubicBezTo>
                    <a:cubicBezTo>
                      <a:pt x="5" y="346"/>
                      <a:pt x="9" y="343"/>
                      <a:pt x="12" y="340"/>
                    </a:cubicBezTo>
                    <a:cubicBezTo>
                      <a:pt x="12" y="340"/>
                      <a:pt x="12" y="340"/>
                      <a:pt x="12" y="340"/>
                    </a:cubicBezTo>
                    <a:cubicBezTo>
                      <a:pt x="12" y="340"/>
                      <a:pt x="14" y="338"/>
                      <a:pt x="15" y="338"/>
                    </a:cubicBezTo>
                    <a:cubicBezTo>
                      <a:pt x="17" y="336"/>
                      <a:pt x="19" y="334"/>
                      <a:pt x="21" y="332"/>
                    </a:cubicBezTo>
                    <a:cubicBezTo>
                      <a:pt x="22" y="331"/>
                      <a:pt x="22" y="331"/>
                      <a:pt x="22" y="331"/>
                    </a:cubicBezTo>
                    <a:cubicBezTo>
                      <a:pt x="23" y="331"/>
                      <a:pt x="23" y="330"/>
                      <a:pt x="24" y="329"/>
                    </a:cubicBezTo>
                    <a:cubicBezTo>
                      <a:pt x="26" y="327"/>
                      <a:pt x="27" y="325"/>
                      <a:pt x="29" y="323"/>
                    </a:cubicBezTo>
                    <a:cubicBezTo>
                      <a:pt x="30" y="322"/>
                      <a:pt x="30" y="322"/>
                      <a:pt x="30" y="322"/>
                    </a:cubicBezTo>
                    <a:cubicBezTo>
                      <a:pt x="30" y="322"/>
                      <a:pt x="30" y="322"/>
                      <a:pt x="30" y="322"/>
                    </a:cubicBezTo>
                    <a:cubicBezTo>
                      <a:pt x="31" y="322"/>
                      <a:pt x="31" y="322"/>
                      <a:pt x="31" y="321"/>
                    </a:cubicBezTo>
                    <a:cubicBezTo>
                      <a:pt x="31" y="321"/>
                      <a:pt x="32" y="321"/>
                      <a:pt x="32" y="321"/>
                    </a:cubicBezTo>
                    <a:cubicBezTo>
                      <a:pt x="69" y="279"/>
                      <a:pt x="89" y="225"/>
                      <a:pt x="89" y="169"/>
                    </a:cubicBezTo>
                    <a:cubicBezTo>
                      <a:pt x="89" y="161"/>
                      <a:pt x="89" y="154"/>
                      <a:pt x="88" y="147"/>
                    </a:cubicBezTo>
                    <a:cubicBezTo>
                      <a:pt x="87" y="139"/>
                      <a:pt x="86" y="132"/>
                      <a:pt x="85" y="125"/>
                    </a:cubicBezTo>
                    <a:cubicBezTo>
                      <a:pt x="83" y="118"/>
                      <a:pt x="82" y="111"/>
                      <a:pt x="79" y="104"/>
                    </a:cubicBezTo>
                    <a:cubicBezTo>
                      <a:pt x="78" y="100"/>
                      <a:pt x="77" y="95"/>
                      <a:pt x="75" y="91"/>
                    </a:cubicBezTo>
                    <a:cubicBezTo>
                      <a:pt x="75" y="90"/>
                      <a:pt x="75" y="89"/>
                      <a:pt x="76" y="88"/>
                    </a:cubicBezTo>
                    <a:cubicBezTo>
                      <a:pt x="76" y="87"/>
                      <a:pt x="77" y="86"/>
                      <a:pt x="78" y="86"/>
                    </a:cubicBezTo>
                    <a:cubicBezTo>
                      <a:pt x="149" y="64"/>
                      <a:pt x="149" y="64"/>
                      <a:pt x="149" y="64"/>
                    </a:cubicBezTo>
                    <a:cubicBezTo>
                      <a:pt x="150" y="64"/>
                      <a:pt x="150" y="64"/>
                      <a:pt x="151" y="64"/>
                    </a:cubicBezTo>
                    <a:cubicBezTo>
                      <a:pt x="152" y="64"/>
                      <a:pt x="154" y="65"/>
                      <a:pt x="154" y="67"/>
                    </a:cubicBezTo>
                    <a:cubicBezTo>
                      <a:pt x="164" y="92"/>
                      <a:pt x="189" y="108"/>
                      <a:pt x="216" y="108"/>
                    </a:cubicBezTo>
                    <a:cubicBezTo>
                      <a:pt x="253" y="108"/>
                      <a:pt x="283" y="78"/>
                      <a:pt x="283" y="41"/>
                    </a:cubicBezTo>
                    <a:cubicBezTo>
                      <a:pt x="283" y="37"/>
                      <a:pt x="283" y="32"/>
                      <a:pt x="282" y="28"/>
                    </a:cubicBezTo>
                    <a:cubicBezTo>
                      <a:pt x="282" y="26"/>
                      <a:pt x="283" y="24"/>
                      <a:pt x="285" y="23"/>
                    </a:cubicBezTo>
                    <a:cubicBezTo>
                      <a:pt x="359" y="0"/>
                      <a:pt x="359" y="0"/>
                      <a:pt x="359" y="0"/>
                    </a:cubicBezTo>
                    <a:cubicBezTo>
                      <a:pt x="360" y="0"/>
                      <a:pt x="360" y="0"/>
                      <a:pt x="361" y="0"/>
                    </a:cubicBezTo>
                    <a:cubicBezTo>
                      <a:pt x="362" y="0"/>
                      <a:pt x="364" y="1"/>
                      <a:pt x="364" y="3"/>
                    </a:cubicBezTo>
                    <a:cubicBezTo>
                      <a:pt x="364" y="3"/>
                      <a:pt x="366" y="7"/>
                      <a:pt x="366" y="7"/>
                    </a:cubicBezTo>
                    <a:cubicBezTo>
                      <a:pt x="382" y="59"/>
                      <a:pt x="391" y="114"/>
                      <a:pt x="391" y="169"/>
                    </a:cubicBezTo>
                    <a:cubicBezTo>
                      <a:pt x="391" y="332"/>
                      <a:pt x="318" y="484"/>
                      <a:pt x="190" y="585"/>
                    </a:cubicBezTo>
                    <a:cubicBezTo>
                      <a:pt x="186" y="588"/>
                      <a:pt x="186" y="588"/>
                      <a:pt x="186" y="588"/>
                    </a:cubicBezTo>
                    <a:cubicBezTo>
                      <a:pt x="186" y="588"/>
                      <a:pt x="181" y="592"/>
                      <a:pt x="180" y="594"/>
                    </a:cubicBezTo>
                    <a:cubicBezTo>
                      <a:pt x="179" y="594"/>
                      <a:pt x="178" y="594"/>
                      <a:pt x="177" y="59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>
                  <a:defRPr/>
                </a:pPr>
                <a:endParaRPr lang="en-US" sz="1350">
                  <a:solidFill>
                    <a:srgbClr val="57565A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auto">
              <a:xfrm>
                <a:off x="1300" y="2763"/>
                <a:ext cx="1817" cy="1008"/>
              </a:xfrm>
              <a:custGeom>
                <a:avLst/>
                <a:gdLst>
                  <a:gd name="T0" fmla="*/ 309 w 618"/>
                  <a:gd name="T1" fmla="*/ 343 h 343"/>
                  <a:gd name="T2" fmla="*/ 2 w 618"/>
                  <a:gd name="T3" fmla="*/ 245 h 343"/>
                  <a:gd name="T4" fmla="*/ 0 w 618"/>
                  <a:gd name="T5" fmla="*/ 243 h 343"/>
                  <a:gd name="T6" fmla="*/ 1 w 618"/>
                  <a:gd name="T7" fmla="*/ 240 h 343"/>
                  <a:gd name="T8" fmla="*/ 54 w 618"/>
                  <a:gd name="T9" fmla="*/ 167 h 343"/>
                  <a:gd name="T10" fmla="*/ 53 w 618"/>
                  <a:gd name="T11" fmla="*/ 162 h 343"/>
                  <a:gd name="T12" fmla="*/ 29 w 618"/>
                  <a:gd name="T13" fmla="*/ 114 h 343"/>
                  <a:gd name="T14" fmla="*/ 88 w 618"/>
                  <a:gd name="T15" fmla="*/ 55 h 343"/>
                  <a:gd name="T16" fmla="*/ 122 w 618"/>
                  <a:gd name="T17" fmla="*/ 66 h 343"/>
                  <a:gd name="T18" fmla="*/ 124 w 618"/>
                  <a:gd name="T19" fmla="*/ 67 h 343"/>
                  <a:gd name="T20" fmla="*/ 128 w 618"/>
                  <a:gd name="T21" fmla="*/ 65 h 343"/>
                  <a:gd name="T22" fmla="*/ 173 w 618"/>
                  <a:gd name="T23" fmla="*/ 1 h 343"/>
                  <a:gd name="T24" fmla="*/ 177 w 618"/>
                  <a:gd name="T25" fmla="*/ 0 h 343"/>
                  <a:gd name="T26" fmla="*/ 179 w 618"/>
                  <a:gd name="T27" fmla="*/ 1 h 343"/>
                  <a:gd name="T28" fmla="*/ 225 w 618"/>
                  <a:gd name="T29" fmla="*/ 25 h 343"/>
                  <a:gd name="T30" fmla="*/ 234 w 618"/>
                  <a:gd name="T31" fmla="*/ 28 h 343"/>
                  <a:gd name="T32" fmla="*/ 252 w 618"/>
                  <a:gd name="T33" fmla="*/ 34 h 343"/>
                  <a:gd name="T34" fmla="*/ 270 w 618"/>
                  <a:gd name="T35" fmla="*/ 38 h 343"/>
                  <a:gd name="T36" fmla="*/ 299 w 618"/>
                  <a:gd name="T37" fmla="*/ 41 h 343"/>
                  <a:gd name="T38" fmla="*/ 309 w 618"/>
                  <a:gd name="T39" fmla="*/ 41 h 343"/>
                  <a:gd name="T40" fmla="*/ 319 w 618"/>
                  <a:gd name="T41" fmla="*/ 41 h 343"/>
                  <a:gd name="T42" fmla="*/ 323 w 618"/>
                  <a:gd name="T43" fmla="*/ 40 h 343"/>
                  <a:gd name="T44" fmla="*/ 330 w 618"/>
                  <a:gd name="T45" fmla="*/ 40 h 343"/>
                  <a:gd name="T46" fmla="*/ 332 w 618"/>
                  <a:gd name="T47" fmla="*/ 40 h 343"/>
                  <a:gd name="T48" fmla="*/ 334 w 618"/>
                  <a:gd name="T49" fmla="*/ 40 h 343"/>
                  <a:gd name="T50" fmla="*/ 340 w 618"/>
                  <a:gd name="T51" fmla="*/ 39 h 343"/>
                  <a:gd name="T52" fmla="*/ 344 w 618"/>
                  <a:gd name="T53" fmla="*/ 38 h 343"/>
                  <a:gd name="T54" fmla="*/ 350 w 618"/>
                  <a:gd name="T55" fmla="*/ 37 h 343"/>
                  <a:gd name="T56" fmla="*/ 354 w 618"/>
                  <a:gd name="T57" fmla="*/ 37 h 343"/>
                  <a:gd name="T58" fmla="*/ 360 w 618"/>
                  <a:gd name="T59" fmla="*/ 35 h 343"/>
                  <a:gd name="T60" fmla="*/ 364 w 618"/>
                  <a:gd name="T61" fmla="*/ 34 h 343"/>
                  <a:gd name="T62" fmla="*/ 369 w 618"/>
                  <a:gd name="T63" fmla="*/ 33 h 343"/>
                  <a:gd name="T64" fmla="*/ 373 w 618"/>
                  <a:gd name="T65" fmla="*/ 32 h 343"/>
                  <a:gd name="T66" fmla="*/ 382 w 618"/>
                  <a:gd name="T67" fmla="*/ 29 h 343"/>
                  <a:gd name="T68" fmla="*/ 387 w 618"/>
                  <a:gd name="T69" fmla="*/ 27 h 343"/>
                  <a:gd name="T70" fmla="*/ 391 w 618"/>
                  <a:gd name="T71" fmla="*/ 26 h 343"/>
                  <a:gd name="T72" fmla="*/ 395 w 618"/>
                  <a:gd name="T73" fmla="*/ 24 h 343"/>
                  <a:gd name="T74" fmla="*/ 396 w 618"/>
                  <a:gd name="T75" fmla="*/ 24 h 343"/>
                  <a:gd name="T76" fmla="*/ 400 w 618"/>
                  <a:gd name="T77" fmla="*/ 22 h 343"/>
                  <a:gd name="T78" fmla="*/ 405 w 618"/>
                  <a:gd name="T79" fmla="*/ 20 h 343"/>
                  <a:gd name="T80" fmla="*/ 409 w 618"/>
                  <a:gd name="T81" fmla="*/ 18 h 343"/>
                  <a:gd name="T82" fmla="*/ 414 w 618"/>
                  <a:gd name="T83" fmla="*/ 16 h 343"/>
                  <a:gd name="T84" fmla="*/ 418 w 618"/>
                  <a:gd name="T85" fmla="*/ 14 h 343"/>
                  <a:gd name="T86" fmla="*/ 422 w 618"/>
                  <a:gd name="T87" fmla="*/ 11 h 343"/>
                  <a:gd name="T88" fmla="*/ 427 w 618"/>
                  <a:gd name="T89" fmla="*/ 8 h 343"/>
                  <a:gd name="T90" fmla="*/ 431 w 618"/>
                  <a:gd name="T91" fmla="*/ 6 h 343"/>
                  <a:gd name="T92" fmla="*/ 433 w 618"/>
                  <a:gd name="T93" fmla="*/ 4 h 343"/>
                  <a:gd name="T94" fmla="*/ 439 w 618"/>
                  <a:gd name="T95" fmla="*/ 0 h 343"/>
                  <a:gd name="T96" fmla="*/ 442 w 618"/>
                  <a:gd name="T97" fmla="*/ 0 h 343"/>
                  <a:gd name="T98" fmla="*/ 445 w 618"/>
                  <a:gd name="T99" fmla="*/ 1 h 343"/>
                  <a:gd name="T100" fmla="*/ 487 w 618"/>
                  <a:gd name="T101" fmla="*/ 59 h 343"/>
                  <a:gd name="T102" fmla="*/ 487 w 618"/>
                  <a:gd name="T103" fmla="*/ 65 h 343"/>
                  <a:gd name="T104" fmla="*/ 465 w 618"/>
                  <a:gd name="T105" fmla="*/ 114 h 343"/>
                  <a:gd name="T106" fmla="*/ 532 w 618"/>
                  <a:gd name="T107" fmla="*/ 181 h 343"/>
                  <a:gd name="T108" fmla="*/ 565 w 618"/>
                  <a:gd name="T109" fmla="*/ 173 h 343"/>
                  <a:gd name="T110" fmla="*/ 567 w 618"/>
                  <a:gd name="T111" fmla="*/ 172 h 343"/>
                  <a:gd name="T112" fmla="*/ 570 w 618"/>
                  <a:gd name="T113" fmla="*/ 174 h 343"/>
                  <a:gd name="T114" fmla="*/ 617 w 618"/>
                  <a:gd name="T115" fmla="*/ 239 h 343"/>
                  <a:gd name="T116" fmla="*/ 618 w 618"/>
                  <a:gd name="T117" fmla="*/ 242 h 343"/>
                  <a:gd name="T118" fmla="*/ 617 w 618"/>
                  <a:gd name="T119" fmla="*/ 245 h 343"/>
                  <a:gd name="T120" fmla="*/ 309 w 618"/>
                  <a:gd name="T121" fmla="*/ 343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8" h="343">
                    <a:moveTo>
                      <a:pt x="309" y="343"/>
                    </a:moveTo>
                    <a:cubicBezTo>
                      <a:pt x="198" y="343"/>
                      <a:pt x="92" y="309"/>
                      <a:pt x="2" y="245"/>
                    </a:cubicBezTo>
                    <a:cubicBezTo>
                      <a:pt x="1" y="245"/>
                      <a:pt x="1" y="244"/>
                      <a:pt x="0" y="243"/>
                    </a:cubicBezTo>
                    <a:cubicBezTo>
                      <a:pt x="0" y="242"/>
                      <a:pt x="0" y="241"/>
                      <a:pt x="1" y="240"/>
                    </a:cubicBezTo>
                    <a:cubicBezTo>
                      <a:pt x="54" y="167"/>
                      <a:pt x="54" y="167"/>
                      <a:pt x="54" y="167"/>
                    </a:cubicBezTo>
                    <a:cubicBezTo>
                      <a:pt x="55" y="165"/>
                      <a:pt x="55" y="163"/>
                      <a:pt x="53" y="162"/>
                    </a:cubicBezTo>
                    <a:cubicBezTo>
                      <a:pt x="38" y="150"/>
                      <a:pt x="29" y="133"/>
                      <a:pt x="29" y="114"/>
                    </a:cubicBezTo>
                    <a:cubicBezTo>
                      <a:pt x="29" y="82"/>
                      <a:pt x="56" y="55"/>
                      <a:pt x="88" y="55"/>
                    </a:cubicBezTo>
                    <a:cubicBezTo>
                      <a:pt x="100" y="55"/>
                      <a:pt x="112" y="59"/>
                      <a:pt x="122" y="66"/>
                    </a:cubicBezTo>
                    <a:cubicBezTo>
                      <a:pt x="123" y="66"/>
                      <a:pt x="123" y="67"/>
                      <a:pt x="124" y="67"/>
                    </a:cubicBezTo>
                    <a:cubicBezTo>
                      <a:pt x="126" y="67"/>
                      <a:pt x="127" y="66"/>
                      <a:pt x="128" y="65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4" y="0"/>
                      <a:pt x="175" y="0"/>
                      <a:pt x="177" y="0"/>
                    </a:cubicBezTo>
                    <a:cubicBezTo>
                      <a:pt x="177" y="0"/>
                      <a:pt x="178" y="0"/>
                      <a:pt x="179" y="1"/>
                    </a:cubicBezTo>
                    <a:cubicBezTo>
                      <a:pt x="193" y="10"/>
                      <a:pt x="209" y="19"/>
                      <a:pt x="225" y="25"/>
                    </a:cubicBezTo>
                    <a:cubicBezTo>
                      <a:pt x="228" y="26"/>
                      <a:pt x="231" y="27"/>
                      <a:pt x="234" y="28"/>
                    </a:cubicBezTo>
                    <a:cubicBezTo>
                      <a:pt x="240" y="30"/>
                      <a:pt x="246" y="32"/>
                      <a:pt x="252" y="34"/>
                    </a:cubicBezTo>
                    <a:cubicBezTo>
                      <a:pt x="258" y="35"/>
                      <a:pt x="264" y="37"/>
                      <a:pt x="270" y="38"/>
                    </a:cubicBezTo>
                    <a:cubicBezTo>
                      <a:pt x="280" y="39"/>
                      <a:pt x="290" y="40"/>
                      <a:pt x="299" y="41"/>
                    </a:cubicBezTo>
                    <a:cubicBezTo>
                      <a:pt x="302" y="41"/>
                      <a:pt x="306" y="41"/>
                      <a:pt x="309" y="41"/>
                    </a:cubicBezTo>
                    <a:cubicBezTo>
                      <a:pt x="312" y="41"/>
                      <a:pt x="316" y="41"/>
                      <a:pt x="319" y="41"/>
                    </a:cubicBezTo>
                    <a:cubicBezTo>
                      <a:pt x="320" y="41"/>
                      <a:pt x="323" y="40"/>
                      <a:pt x="323" y="40"/>
                    </a:cubicBezTo>
                    <a:cubicBezTo>
                      <a:pt x="325" y="40"/>
                      <a:pt x="327" y="40"/>
                      <a:pt x="330" y="40"/>
                    </a:cubicBezTo>
                    <a:cubicBezTo>
                      <a:pt x="330" y="40"/>
                      <a:pt x="331" y="40"/>
                      <a:pt x="332" y="40"/>
                    </a:cubicBezTo>
                    <a:cubicBezTo>
                      <a:pt x="334" y="40"/>
                      <a:pt x="334" y="40"/>
                      <a:pt x="334" y="40"/>
                    </a:cubicBezTo>
                    <a:cubicBezTo>
                      <a:pt x="336" y="39"/>
                      <a:pt x="338" y="39"/>
                      <a:pt x="340" y="39"/>
                    </a:cubicBezTo>
                    <a:cubicBezTo>
                      <a:pt x="341" y="39"/>
                      <a:pt x="342" y="38"/>
                      <a:pt x="344" y="38"/>
                    </a:cubicBezTo>
                    <a:cubicBezTo>
                      <a:pt x="346" y="38"/>
                      <a:pt x="348" y="38"/>
                      <a:pt x="350" y="37"/>
                    </a:cubicBezTo>
                    <a:cubicBezTo>
                      <a:pt x="351" y="37"/>
                      <a:pt x="352" y="37"/>
                      <a:pt x="354" y="37"/>
                    </a:cubicBezTo>
                    <a:cubicBezTo>
                      <a:pt x="356" y="36"/>
                      <a:pt x="358" y="36"/>
                      <a:pt x="360" y="35"/>
                    </a:cubicBezTo>
                    <a:cubicBezTo>
                      <a:pt x="360" y="35"/>
                      <a:pt x="363" y="35"/>
                      <a:pt x="364" y="34"/>
                    </a:cubicBezTo>
                    <a:cubicBezTo>
                      <a:pt x="366" y="34"/>
                      <a:pt x="367" y="33"/>
                      <a:pt x="369" y="33"/>
                    </a:cubicBezTo>
                    <a:cubicBezTo>
                      <a:pt x="369" y="33"/>
                      <a:pt x="373" y="32"/>
                      <a:pt x="373" y="32"/>
                    </a:cubicBezTo>
                    <a:cubicBezTo>
                      <a:pt x="376" y="31"/>
                      <a:pt x="379" y="30"/>
                      <a:pt x="382" y="29"/>
                    </a:cubicBezTo>
                    <a:cubicBezTo>
                      <a:pt x="383" y="29"/>
                      <a:pt x="387" y="27"/>
                      <a:pt x="387" y="27"/>
                    </a:cubicBezTo>
                    <a:cubicBezTo>
                      <a:pt x="389" y="27"/>
                      <a:pt x="390" y="26"/>
                      <a:pt x="391" y="26"/>
                    </a:cubicBezTo>
                    <a:cubicBezTo>
                      <a:pt x="393" y="25"/>
                      <a:pt x="394" y="25"/>
                      <a:pt x="395" y="24"/>
                    </a:cubicBezTo>
                    <a:cubicBezTo>
                      <a:pt x="396" y="24"/>
                      <a:pt x="396" y="24"/>
                      <a:pt x="396" y="24"/>
                    </a:cubicBezTo>
                    <a:cubicBezTo>
                      <a:pt x="398" y="23"/>
                      <a:pt x="399" y="23"/>
                      <a:pt x="400" y="22"/>
                    </a:cubicBezTo>
                    <a:cubicBezTo>
                      <a:pt x="402" y="21"/>
                      <a:pt x="404" y="21"/>
                      <a:pt x="405" y="20"/>
                    </a:cubicBezTo>
                    <a:cubicBezTo>
                      <a:pt x="406" y="19"/>
                      <a:pt x="408" y="19"/>
                      <a:pt x="409" y="18"/>
                    </a:cubicBezTo>
                    <a:cubicBezTo>
                      <a:pt x="411" y="17"/>
                      <a:pt x="412" y="16"/>
                      <a:pt x="414" y="16"/>
                    </a:cubicBezTo>
                    <a:cubicBezTo>
                      <a:pt x="415" y="15"/>
                      <a:pt x="416" y="14"/>
                      <a:pt x="418" y="14"/>
                    </a:cubicBezTo>
                    <a:cubicBezTo>
                      <a:pt x="419" y="13"/>
                      <a:pt x="421" y="12"/>
                      <a:pt x="422" y="11"/>
                    </a:cubicBezTo>
                    <a:cubicBezTo>
                      <a:pt x="423" y="10"/>
                      <a:pt x="427" y="8"/>
                      <a:pt x="427" y="8"/>
                    </a:cubicBezTo>
                    <a:cubicBezTo>
                      <a:pt x="428" y="8"/>
                      <a:pt x="429" y="7"/>
                      <a:pt x="431" y="6"/>
                    </a:cubicBezTo>
                    <a:cubicBezTo>
                      <a:pt x="433" y="4"/>
                      <a:pt x="433" y="4"/>
                      <a:pt x="433" y="4"/>
                    </a:cubicBezTo>
                    <a:cubicBezTo>
                      <a:pt x="436" y="3"/>
                      <a:pt x="438" y="2"/>
                      <a:pt x="439" y="0"/>
                    </a:cubicBezTo>
                    <a:cubicBezTo>
                      <a:pt x="440" y="0"/>
                      <a:pt x="441" y="0"/>
                      <a:pt x="442" y="0"/>
                    </a:cubicBezTo>
                    <a:cubicBezTo>
                      <a:pt x="443" y="0"/>
                      <a:pt x="444" y="0"/>
                      <a:pt x="445" y="1"/>
                    </a:cubicBezTo>
                    <a:cubicBezTo>
                      <a:pt x="487" y="59"/>
                      <a:pt x="487" y="59"/>
                      <a:pt x="487" y="59"/>
                    </a:cubicBezTo>
                    <a:cubicBezTo>
                      <a:pt x="488" y="61"/>
                      <a:pt x="488" y="63"/>
                      <a:pt x="487" y="65"/>
                    </a:cubicBezTo>
                    <a:cubicBezTo>
                      <a:pt x="473" y="77"/>
                      <a:pt x="465" y="95"/>
                      <a:pt x="465" y="114"/>
                    </a:cubicBezTo>
                    <a:cubicBezTo>
                      <a:pt x="465" y="151"/>
                      <a:pt x="495" y="181"/>
                      <a:pt x="532" y="181"/>
                    </a:cubicBezTo>
                    <a:cubicBezTo>
                      <a:pt x="543" y="181"/>
                      <a:pt x="555" y="178"/>
                      <a:pt x="565" y="173"/>
                    </a:cubicBezTo>
                    <a:cubicBezTo>
                      <a:pt x="565" y="172"/>
                      <a:pt x="566" y="172"/>
                      <a:pt x="567" y="172"/>
                    </a:cubicBezTo>
                    <a:cubicBezTo>
                      <a:pt x="568" y="172"/>
                      <a:pt x="569" y="173"/>
                      <a:pt x="570" y="174"/>
                    </a:cubicBezTo>
                    <a:cubicBezTo>
                      <a:pt x="617" y="239"/>
                      <a:pt x="617" y="239"/>
                      <a:pt x="617" y="239"/>
                    </a:cubicBezTo>
                    <a:cubicBezTo>
                      <a:pt x="618" y="240"/>
                      <a:pt x="618" y="241"/>
                      <a:pt x="618" y="242"/>
                    </a:cubicBezTo>
                    <a:cubicBezTo>
                      <a:pt x="618" y="243"/>
                      <a:pt x="617" y="244"/>
                      <a:pt x="617" y="245"/>
                    </a:cubicBezTo>
                    <a:cubicBezTo>
                      <a:pt x="526" y="309"/>
                      <a:pt x="420" y="343"/>
                      <a:pt x="309" y="3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>
                  <a:defRPr/>
                </a:pPr>
                <a:endParaRPr lang="en-US" sz="1350">
                  <a:solidFill>
                    <a:srgbClr val="57565A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auto">
              <a:xfrm>
                <a:off x="647" y="1653"/>
                <a:ext cx="1147" cy="1804"/>
              </a:xfrm>
              <a:custGeom>
                <a:avLst/>
                <a:gdLst>
                  <a:gd name="T0" fmla="*/ 214 w 390"/>
                  <a:gd name="T1" fmla="*/ 614 h 614"/>
                  <a:gd name="T2" fmla="*/ 211 w 390"/>
                  <a:gd name="T3" fmla="*/ 614 h 614"/>
                  <a:gd name="T4" fmla="*/ 0 w 390"/>
                  <a:gd name="T5" fmla="*/ 189 h 614"/>
                  <a:gd name="T6" fmla="*/ 25 w 390"/>
                  <a:gd name="T7" fmla="*/ 23 h 614"/>
                  <a:gd name="T8" fmla="*/ 26 w 390"/>
                  <a:gd name="T9" fmla="*/ 22 h 614"/>
                  <a:gd name="T10" fmla="*/ 30 w 390"/>
                  <a:gd name="T11" fmla="*/ 20 h 614"/>
                  <a:gd name="T12" fmla="*/ 31 w 390"/>
                  <a:gd name="T13" fmla="*/ 20 h 614"/>
                  <a:gd name="T14" fmla="*/ 114 w 390"/>
                  <a:gd name="T15" fmla="*/ 45 h 614"/>
                  <a:gd name="T16" fmla="*/ 115 w 390"/>
                  <a:gd name="T17" fmla="*/ 46 h 614"/>
                  <a:gd name="T18" fmla="*/ 117 w 390"/>
                  <a:gd name="T19" fmla="*/ 45 h 614"/>
                  <a:gd name="T20" fmla="*/ 119 w 390"/>
                  <a:gd name="T21" fmla="*/ 43 h 614"/>
                  <a:gd name="T22" fmla="*/ 176 w 390"/>
                  <a:gd name="T23" fmla="*/ 0 h 614"/>
                  <a:gd name="T24" fmla="*/ 235 w 390"/>
                  <a:gd name="T25" fmla="*/ 59 h 614"/>
                  <a:gd name="T26" fmla="*/ 232 w 390"/>
                  <a:gd name="T27" fmla="*/ 77 h 614"/>
                  <a:gd name="T28" fmla="*/ 232 w 390"/>
                  <a:gd name="T29" fmla="*/ 80 h 614"/>
                  <a:gd name="T30" fmla="*/ 234 w 390"/>
                  <a:gd name="T31" fmla="*/ 82 h 614"/>
                  <a:gd name="T32" fmla="*/ 312 w 390"/>
                  <a:gd name="T33" fmla="*/ 106 h 614"/>
                  <a:gd name="T34" fmla="*/ 314 w 390"/>
                  <a:gd name="T35" fmla="*/ 108 h 614"/>
                  <a:gd name="T36" fmla="*/ 315 w 390"/>
                  <a:gd name="T37" fmla="*/ 111 h 614"/>
                  <a:gd name="T38" fmla="*/ 314 w 390"/>
                  <a:gd name="T39" fmla="*/ 114 h 614"/>
                  <a:gd name="T40" fmla="*/ 302 w 390"/>
                  <a:gd name="T41" fmla="*/ 189 h 614"/>
                  <a:gd name="T42" fmla="*/ 388 w 390"/>
                  <a:gd name="T43" fmla="*/ 369 h 614"/>
                  <a:gd name="T44" fmla="*/ 389 w 390"/>
                  <a:gd name="T45" fmla="*/ 375 h 614"/>
                  <a:gd name="T46" fmla="*/ 347 w 390"/>
                  <a:gd name="T47" fmla="*/ 432 h 614"/>
                  <a:gd name="T48" fmla="*/ 344 w 390"/>
                  <a:gd name="T49" fmla="*/ 434 h 614"/>
                  <a:gd name="T50" fmla="*/ 342 w 390"/>
                  <a:gd name="T51" fmla="*/ 433 h 614"/>
                  <a:gd name="T52" fmla="*/ 310 w 390"/>
                  <a:gd name="T53" fmla="*/ 425 h 614"/>
                  <a:gd name="T54" fmla="*/ 243 w 390"/>
                  <a:gd name="T55" fmla="*/ 492 h 614"/>
                  <a:gd name="T56" fmla="*/ 264 w 390"/>
                  <a:gd name="T57" fmla="*/ 541 h 614"/>
                  <a:gd name="T58" fmla="*/ 265 w 390"/>
                  <a:gd name="T59" fmla="*/ 546 h 614"/>
                  <a:gd name="T60" fmla="*/ 217 w 390"/>
                  <a:gd name="T61" fmla="*/ 613 h 614"/>
                  <a:gd name="T62" fmla="*/ 214 w 390"/>
                  <a:gd name="T63" fmla="*/ 614 h 614"/>
                  <a:gd name="T64" fmla="*/ 214 w 390"/>
                  <a:gd name="T65" fmla="*/ 614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0" h="614">
                    <a:moveTo>
                      <a:pt x="214" y="614"/>
                    </a:moveTo>
                    <a:cubicBezTo>
                      <a:pt x="213" y="614"/>
                      <a:pt x="212" y="614"/>
                      <a:pt x="211" y="614"/>
                    </a:cubicBezTo>
                    <a:cubicBezTo>
                      <a:pt x="79" y="513"/>
                      <a:pt x="0" y="355"/>
                      <a:pt x="0" y="189"/>
                    </a:cubicBezTo>
                    <a:cubicBezTo>
                      <a:pt x="0" y="131"/>
                      <a:pt x="8" y="76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6" y="21"/>
                      <a:pt x="28" y="20"/>
                      <a:pt x="30" y="20"/>
                    </a:cubicBezTo>
                    <a:cubicBezTo>
                      <a:pt x="30" y="20"/>
                      <a:pt x="30" y="20"/>
                      <a:pt x="31" y="20"/>
                    </a:cubicBezTo>
                    <a:cubicBezTo>
                      <a:pt x="114" y="45"/>
                      <a:pt x="114" y="45"/>
                      <a:pt x="114" y="45"/>
                    </a:cubicBezTo>
                    <a:cubicBezTo>
                      <a:pt x="114" y="45"/>
                      <a:pt x="115" y="46"/>
                      <a:pt x="115" y="46"/>
                    </a:cubicBezTo>
                    <a:cubicBezTo>
                      <a:pt x="116" y="46"/>
                      <a:pt x="116" y="45"/>
                      <a:pt x="117" y="45"/>
                    </a:cubicBezTo>
                    <a:cubicBezTo>
                      <a:pt x="118" y="45"/>
                      <a:pt x="119" y="44"/>
                      <a:pt x="119" y="43"/>
                    </a:cubicBezTo>
                    <a:cubicBezTo>
                      <a:pt x="126" y="17"/>
                      <a:pt x="149" y="0"/>
                      <a:pt x="176" y="0"/>
                    </a:cubicBezTo>
                    <a:cubicBezTo>
                      <a:pt x="208" y="0"/>
                      <a:pt x="235" y="26"/>
                      <a:pt x="235" y="59"/>
                    </a:cubicBezTo>
                    <a:cubicBezTo>
                      <a:pt x="235" y="65"/>
                      <a:pt x="234" y="71"/>
                      <a:pt x="232" y="77"/>
                    </a:cubicBezTo>
                    <a:cubicBezTo>
                      <a:pt x="231" y="78"/>
                      <a:pt x="232" y="79"/>
                      <a:pt x="232" y="80"/>
                    </a:cubicBezTo>
                    <a:cubicBezTo>
                      <a:pt x="233" y="81"/>
                      <a:pt x="233" y="82"/>
                      <a:pt x="234" y="82"/>
                    </a:cubicBezTo>
                    <a:cubicBezTo>
                      <a:pt x="312" y="106"/>
                      <a:pt x="312" y="106"/>
                      <a:pt x="312" y="106"/>
                    </a:cubicBezTo>
                    <a:cubicBezTo>
                      <a:pt x="313" y="106"/>
                      <a:pt x="314" y="107"/>
                      <a:pt x="314" y="108"/>
                    </a:cubicBezTo>
                    <a:cubicBezTo>
                      <a:pt x="315" y="109"/>
                      <a:pt x="315" y="110"/>
                      <a:pt x="315" y="111"/>
                    </a:cubicBezTo>
                    <a:cubicBezTo>
                      <a:pt x="314" y="114"/>
                      <a:pt x="314" y="114"/>
                      <a:pt x="314" y="114"/>
                    </a:cubicBezTo>
                    <a:cubicBezTo>
                      <a:pt x="306" y="137"/>
                      <a:pt x="302" y="162"/>
                      <a:pt x="302" y="189"/>
                    </a:cubicBezTo>
                    <a:cubicBezTo>
                      <a:pt x="302" y="260"/>
                      <a:pt x="333" y="325"/>
                      <a:pt x="388" y="369"/>
                    </a:cubicBezTo>
                    <a:cubicBezTo>
                      <a:pt x="390" y="371"/>
                      <a:pt x="390" y="373"/>
                      <a:pt x="389" y="375"/>
                    </a:cubicBezTo>
                    <a:cubicBezTo>
                      <a:pt x="347" y="432"/>
                      <a:pt x="347" y="432"/>
                      <a:pt x="347" y="432"/>
                    </a:cubicBezTo>
                    <a:cubicBezTo>
                      <a:pt x="347" y="433"/>
                      <a:pt x="345" y="434"/>
                      <a:pt x="344" y="434"/>
                    </a:cubicBezTo>
                    <a:cubicBezTo>
                      <a:pt x="344" y="434"/>
                      <a:pt x="343" y="434"/>
                      <a:pt x="342" y="433"/>
                    </a:cubicBezTo>
                    <a:cubicBezTo>
                      <a:pt x="333" y="428"/>
                      <a:pt x="321" y="425"/>
                      <a:pt x="310" y="425"/>
                    </a:cubicBezTo>
                    <a:cubicBezTo>
                      <a:pt x="273" y="425"/>
                      <a:pt x="243" y="455"/>
                      <a:pt x="243" y="492"/>
                    </a:cubicBezTo>
                    <a:cubicBezTo>
                      <a:pt x="243" y="511"/>
                      <a:pt x="251" y="528"/>
                      <a:pt x="264" y="541"/>
                    </a:cubicBezTo>
                    <a:cubicBezTo>
                      <a:pt x="266" y="542"/>
                      <a:pt x="266" y="545"/>
                      <a:pt x="265" y="546"/>
                    </a:cubicBezTo>
                    <a:cubicBezTo>
                      <a:pt x="217" y="613"/>
                      <a:pt x="217" y="613"/>
                      <a:pt x="217" y="613"/>
                    </a:cubicBezTo>
                    <a:cubicBezTo>
                      <a:pt x="216" y="614"/>
                      <a:pt x="215" y="614"/>
                      <a:pt x="214" y="614"/>
                    </a:cubicBezTo>
                    <a:cubicBezTo>
                      <a:pt x="214" y="614"/>
                      <a:pt x="214" y="614"/>
                      <a:pt x="214" y="6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>
                  <a:defRPr/>
                </a:pPr>
                <a:endParaRPr lang="en-US" sz="1350">
                  <a:solidFill>
                    <a:srgbClr val="57565A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2001432" y="1331798"/>
              <a:ext cx="1244879" cy="1135007"/>
              <a:chOff x="2001432" y="1331798"/>
              <a:chExt cx="1244879" cy="1135007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2349090" y="1331798"/>
                <a:ext cx="549561" cy="508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2400" spc="-113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001432" y="1856339"/>
                <a:ext cx="1244879" cy="610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US" sz="15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979069" y="1331798"/>
              <a:ext cx="1259496" cy="1135007"/>
              <a:chOff x="3979069" y="1331798"/>
              <a:chExt cx="1259496" cy="1135007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3979069" y="1856339"/>
                <a:ext cx="1259496" cy="610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US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US" sz="15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979069" y="1331798"/>
                <a:ext cx="549560" cy="508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2400" spc="-113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4539357" y="3331718"/>
              <a:ext cx="1305819" cy="1169999"/>
              <a:chOff x="4539357" y="3331718"/>
              <a:chExt cx="1305819" cy="1169999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539357" y="3891251"/>
                <a:ext cx="1305819" cy="610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685800">
                  <a:defRPr/>
                </a:pPr>
                <a:r>
                  <a:rPr lang="en-US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US" sz="15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4891543" y="3331718"/>
                <a:ext cx="549560" cy="508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2400" spc="-113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2739823" y="4648480"/>
              <a:ext cx="1235451" cy="1099989"/>
              <a:chOff x="2739823" y="4648480"/>
              <a:chExt cx="1235451" cy="1099989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2739823" y="5138003"/>
                <a:ext cx="1235451" cy="610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US" sz="15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3056825" y="4648480"/>
                <a:ext cx="549560" cy="508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2400" spc="-113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1109345" y="3089355"/>
              <a:ext cx="1351989" cy="1161675"/>
              <a:chOff x="1109345" y="3089355"/>
              <a:chExt cx="1351989" cy="1161675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109345" y="3640564"/>
                <a:ext cx="1351989" cy="610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685800">
                  <a:defRPr/>
                </a:pPr>
                <a:r>
                  <a:rPr lang="en-US" sz="15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  <a:endParaRPr lang="en-US" sz="150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484616" y="3089355"/>
                <a:ext cx="549560" cy="508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>
                  <a:defRPr/>
                </a:pPr>
                <a:r>
                  <a:rPr lang="en-US" sz="2400" spc="-113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895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989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DD01A-CA18-FB2E-B918-FDE0BF9FC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0BBEBFC-7951-18CB-DB0E-F1A2C0860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8134" y="1532917"/>
            <a:ext cx="5354516" cy="3792167"/>
          </a:xfrm>
          <a:prstGeom prst="rect">
            <a:avLst/>
          </a:prstGeom>
        </p:spPr>
      </p:pic>
      <p:pic>
        <p:nvPicPr>
          <p:cNvPr id="10" name="Picture 9" descr="A blue circle with white text&#10;&#10;Description automatically generated">
            <a:extLst>
              <a:ext uri="{FF2B5EF4-FFF2-40B4-BE49-F238E27FC236}">
                <a16:creationId xmlns:a16="http://schemas.microsoft.com/office/drawing/2014/main" id="{29CB3DF6-7A4F-5E7E-70A9-2CCED4ABF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502" y="1374930"/>
            <a:ext cx="1269767" cy="1218977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59CC47B-8BA4-84A6-F95E-97347D5EEB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092" y="1292887"/>
            <a:ext cx="5354516" cy="37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04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5000">
        <p159:morph option="byObjec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88B5-6905-3320-E24A-C0E5B555F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E884200-A2A2-4729-F4F7-308A358C8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236" y="857250"/>
            <a:ext cx="7025529" cy="5143500"/>
          </a:xfrm>
          <a:prstGeom prst="rect">
            <a:avLst/>
          </a:prstGeom>
        </p:spPr>
      </p:pic>
      <p:pic>
        <p:nvPicPr>
          <p:cNvPr id="7" name="Picture 6" descr="A blue circle with white text&#10;&#10;Description automatically generated">
            <a:extLst>
              <a:ext uri="{FF2B5EF4-FFF2-40B4-BE49-F238E27FC236}">
                <a16:creationId xmlns:a16="http://schemas.microsoft.com/office/drawing/2014/main" id="{1D14EFCF-11FD-9880-EEFE-703A5A5D4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480" y="1468847"/>
            <a:ext cx="1490534" cy="143091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0D7CB98-D586-A493-C89F-1F1162DD97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9587" y="1240833"/>
            <a:ext cx="5062092" cy="358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80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ATmel</a:t>
            </a:r>
            <a:r>
              <a:rPr dirty="0"/>
              <a:t> 8051 MCU</a:t>
            </a:r>
          </a:p>
          <a:p>
            <a:r>
              <a:rPr dirty="0"/>
              <a:t>On-board </a:t>
            </a:r>
            <a:r>
              <a:rPr dirty="0" err="1"/>
              <a:t>USBasp</a:t>
            </a:r>
            <a:endParaRPr dirty="0"/>
          </a:p>
          <a:p>
            <a:r>
              <a:rPr dirty="0"/>
              <a:t>Arduino-style headers</a:t>
            </a:r>
          </a:p>
          <a:p>
            <a:r>
              <a:rPr dirty="0"/>
              <a:t>Easy programming</a:t>
            </a:r>
          </a:p>
          <a:p>
            <a:r>
              <a:rPr dirty="0"/>
              <a:t>Compact PCB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It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students</a:t>
            </a:r>
          </a:p>
          <a:p>
            <a:r>
              <a:t>University labs</a:t>
            </a:r>
          </a:p>
          <a:p>
            <a:r>
              <a:t>Embedded beginners</a:t>
            </a:r>
          </a:p>
          <a:p>
            <a:r>
              <a:t>Educators &amp; self-learners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Open Source?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schematics</a:t>
            </a:r>
          </a:p>
          <a:p>
            <a:r>
              <a:t>Open PCB files</a:t>
            </a:r>
          </a:p>
          <a:p>
            <a:r>
              <a:t>Open documentation</a:t>
            </a:r>
          </a:p>
          <a:p>
            <a:r>
              <a:t>Learn • Modify • Share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understanding of 8051</a:t>
            </a:r>
          </a:p>
          <a:p>
            <a:r>
              <a:t>Hands-on hardware skills</a:t>
            </a:r>
          </a:p>
          <a:p>
            <a:r>
              <a:t>Theory-to-practice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GitHub release</a:t>
            </a:r>
          </a:p>
          <a:p>
            <a:r>
              <a:t>Examples &amp; documentation</a:t>
            </a:r>
          </a:p>
          <a:p>
            <a:r>
              <a:t>Community contributions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Educators, students, and developers welcome</a:t>
            </a:r>
          </a:p>
          <a:p>
            <a:r>
              <a:t>Collaborate • Contribute • Learn</a:t>
            </a:r>
          </a:p>
          <a:p>
            <a:r>
              <a:t>#OpenHardware #8051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Office Theme">
  <a:themeElements>
    <a:clrScheme name="Custom 63">
      <a:dk1>
        <a:srgbClr val="000000"/>
      </a:dk1>
      <a:lt1>
        <a:srgbClr val="FFFFFF"/>
      </a:lt1>
      <a:dk2>
        <a:srgbClr val="92D050"/>
      </a:dk2>
      <a:lt2>
        <a:srgbClr val="EEEEEE"/>
      </a:lt2>
      <a:accent1>
        <a:srgbClr val="FAC016"/>
      </a:accent1>
      <a:accent2>
        <a:srgbClr val="02BBD6"/>
      </a:accent2>
      <a:accent3>
        <a:srgbClr val="5151AB"/>
      </a:accent3>
      <a:accent4>
        <a:srgbClr val="F76927"/>
      </a:accent4>
      <a:accent5>
        <a:srgbClr val="CE609C"/>
      </a:accent5>
      <a:accent6>
        <a:srgbClr val="EC3E35"/>
      </a:accent6>
      <a:hlink>
        <a:srgbClr val="0097A7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Office Theme">
  <a:themeElements>
    <a:clrScheme name="Custom 1">
      <a:dk1>
        <a:srgbClr val="000000"/>
      </a:dk1>
      <a:lt1>
        <a:sysClr val="window" lastClr="FFFFFF"/>
      </a:lt1>
      <a:dk2>
        <a:srgbClr val="F1AC24"/>
      </a:dk2>
      <a:lt2>
        <a:srgbClr val="D00D7C"/>
      </a:lt2>
      <a:accent1>
        <a:srgbClr val="BAB80E"/>
      </a:accent1>
      <a:accent2>
        <a:srgbClr val="005492"/>
      </a:accent2>
      <a:accent3>
        <a:srgbClr val="26ABBF"/>
      </a:accent3>
      <a:accent4>
        <a:srgbClr val="104953"/>
      </a:accent4>
      <a:accent5>
        <a:srgbClr val="6D5743"/>
      </a:accent5>
      <a:accent6>
        <a:srgbClr val="A3402C"/>
      </a:accent6>
      <a:hlink>
        <a:srgbClr val="005768"/>
      </a:hlink>
      <a:folHlink>
        <a:srgbClr val="3737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3_Office Theme">
  <a:themeElements>
    <a:clrScheme name="Mix color">
      <a:dk1>
        <a:srgbClr val="57565A"/>
      </a:dk1>
      <a:lt1>
        <a:sysClr val="window" lastClr="FFFFFF"/>
      </a:lt1>
      <a:dk2>
        <a:srgbClr val="31697D"/>
      </a:dk2>
      <a:lt2>
        <a:srgbClr val="327880"/>
      </a:lt2>
      <a:accent1>
        <a:srgbClr val="F33947"/>
      </a:accent1>
      <a:accent2>
        <a:srgbClr val="00BBD6"/>
      </a:accent2>
      <a:accent3>
        <a:srgbClr val="B3D236"/>
      </a:accent3>
      <a:accent4>
        <a:srgbClr val="FFC000"/>
      </a:accent4>
      <a:accent5>
        <a:srgbClr val="927862"/>
      </a:accent5>
      <a:accent6>
        <a:srgbClr val="44C072"/>
      </a:accent6>
      <a:hlink>
        <a:srgbClr val="7030A0"/>
      </a:hlink>
      <a:folHlink>
        <a:srgbClr val="00B0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248</Words>
  <Application>Microsoft Office PowerPoint</Application>
  <PresentationFormat>On-screen Show (4:3)</PresentationFormat>
  <Paragraphs>82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 Light</vt:lpstr>
      <vt:lpstr>Cambria</vt:lpstr>
      <vt:lpstr>Georgia</vt:lpstr>
      <vt:lpstr>Georgia Pro Light</vt:lpstr>
      <vt:lpstr>Lucida Fax</vt:lpstr>
      <vt:lpstr>Office Theme</vt:lpstr>
      <vt:lpstr>1_Office Theme</vt:lpstr>
      <vt:lpstr>4_Office Theme</vt:lpstr>
      <vt:lpstr>12_Office Theme</vt:lpstr>
      <vt:lpstr>13_Office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Features</vt:lpstr>
      <vt:lpstr>Who Is It For?</vt:lpstr>
      <vt:lpstr>Why Open Source?</vt:lpstr>
      <vt:lpstr>Educational Impact</vt:lpstr>
      <vt:lpstr>Roadmap</vt:lpstr>
      <vt:lpstr>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Md. Golam Mostofa, Assistant Engineer, EEE</cp:lastModifiedBy>
  <cp:revision>8</cp:revision>
  <dcterms:created xsi:type="dcterms:W3CDTF">2013-01-27T09:14:16Z</dcterms:created>
  <dcterms:modified xsi:type="dcterms:W3CDTF">2026-01-07T18:44:21Z</dcterms:modified>
  <cp:category/>
</cp:coreProperties>
</file>